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4"/>
  </p:sldMasterIdLst>
  <p:notesMasterIdLst>
    <p:notesMasterId r:id="rId16"/>
  </p:notesMasterIdLst>
  <p:sldIdLst>
    <p:sldId id="256" r:id="rId5"/>
    <p:sldId id="2147483184" r:id="rId6"/>
    <p:sldId id="2147483171" r:id="rId7"/>
    <p:sldId id="2147483183" r:id="rId8"/>
    <p:sldId id="2147483174" r:id="rId9"/>
    <p:sldId id="2147483175" r:id="rId10"/>
    <p:sldId id="2147483176" r:id="rId11"/>
    <p:sldId id="2147483177" r:id="rId12"/>
    <p:sldId id="2147483178" r:id="rId13"/>
    <p:sldId id="2147483179" r:id="rId14"/>
    <p:sldId id="21474831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859B82-60AB-D386-7409-3C730527B93F}" name="Mccormick, John T CPT USARMY AFC AI TF (USA)" initials="M(" userId="S::john.t.mccormick37.mil@army.mil::66d3d108-0503-4286-8921-38b146bf1ad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5F575E-8767-488D-B2C4-0A075EE82CB8}" v="1130" dt="2025-07-10T13:00:51.199"/>
    <p1510:client id="{78E451F3-00E6-6D03-6DA0-55A20DF61FEE}" v="29" dt="2025-07-10T03:37:55.396"/>
    <p1510:client id="{871757E5-89D7-7DB6-0672-397EBD53EF0E}" v="2" dt="2025-07-09T13:58:39.977"/>
    <p1510:client id="{A45CD05C-B56D-4818-BEBD-C9080C547F8D}" v="8165" dt="2025-07-10T13:02:08.907"/>
    <p1510:client id="{B4A2801E-C897-8C23-EDCC-C278A9D968B9}" v="3" dt="2025-07-10T03:37:19.196"/>
    <p1510:client id="{DBD3B2FD-E995-43D2-8C93-6E5F18F07C8B}" v="27" dt="2025-07-09T15:40:26.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9"/>
    <p:restoredTop sz="94681"/>
  </p:normalViewPr>
  <p:slideViewPr>
    <p:cSldViewPr snapToGrid="0">
      <p:cViewPr varScale="1">
        <p:scale>
          <a:sx n="112" d="100"/>
          <a:sy n="112" d="100"/>
        </p:scale>
        <p:origin x="640" y="9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49804C-4A40-4955-94A4-2775424677B1}" type="datetimeFigureOut">
              <a:rPr lang="en-US" smtClean="0"/>
              <a:t>12/22/25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327025-55D1-44BD-A02A-3CE411260EA4}" type="slidenum">
              <a:rPr lang="en-US" smtClean="0"/>
              <a:t>‹#›</a:t>
            </a:fld>
            <a:endParaRPr lang="en-US"/>
          </a:p>
        </p:txBody>
      </p:sp>
    </p:spTree>
    <p:extLst>
      <p:ext uri="{BB962C8B-B14F-4D97-AF65-F5344CB8AC3E}">
        <p14:creationId xmlns:p14="http://schemas.microsoft.com/office/powerpoint/2010/main" val="410441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E0E07-47BB-3B9A-662D-92CBD10CC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5119D-F513-0290-7E09-7F22336F0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D68C6-B4CB-B124-CE64-5442EA55F1CD}"/>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034237FF-1860-E4F8-6B94-1B186CBAECC0}"/>
              </a:ext>
            </a:extLst>
          </p:cNvPr>
          <p:cNvSpPr>
            <a:spLocks noGrp="1"/>
          </p:cNvSpPr>
          <p:nvPr>
            <p:ph type="sldNum" sz="quarter" idx="5"/>
          </p:nvPr>
        </p:nvSpPr>
        <p:spPr/>
        <p:txBody>
          <a:bodyPr/>
          <a:lstStyle/>
          <a:p>
            <a:fld id="{030AB16C-82C9-439F-BD0A-4D240554FB00}" type="slidenum">
              <a:rPr lang="en-US" smtClean="0"/>
              <a:t>2</a:t>
            </a:fld>
            <a:endParaRPr lang="en-US"/>
          </a:p>
        </p:txBody>
      </p:sp>
    </p:spTree>
    <p:extLst>
      <p:ext uri="{BB962C8B-B14F-4D97-AF65-F5344CB8AC3E}">
        <p14:creationId xmlns:p14="http://schemas.microsoft.com/office/powerpoint/2010/main" val="1999068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030AB16C-82C9-439F-BD0A-4D240554FB00}" type="slidenum">
              <a:rPr lang="en-US" smtClean="0"/>
              <a:t>3</a:t>
            </a:fld>
            <a:endParaRPr lang="en-US"/>
          </a:p>
        </p:txBody>
      </p:sp>
    </p:spTree>
    <p:extLst>
      <p:ext uri="{BB962C8B-B14F-4D97-AF65-F5344CB8AC3E}">
        <p14:creationId xmlns:p14="http://schemas.microsoft.com/office/powerpoint/2010/main" val="1050351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D8363-718E-1D16-4297-026CA386B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58647-1A50-E6D1-F9AB-BDC37A637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BBC58-545F-7DC8-A5E5-7901A297B080}"/>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6BEEAA9A-CD02-6300-D1C3-2A2AE23705F4}"/>
              </a:ext>
            </a:extLst>
          </p:cNvPr>
          <p:cNvSpPr>
            <a:spLocks noGrp="1"/>
          </p:cNvSpPr>
          <p:nvPr>
            <p:ph type="sldNum" sz="quarter" idx="5"/>
          </p:nvPr>
        </p:nvSpPr>
        <p:spPr/>
        <p:txBody>
          <a:bodyPr/>
          <a:lstStyle/>
          <a:p>
            <a:fld id="{030AB16C-82C9-439F-BD0A-4D240554FB00}" type="slidenum">
              <a:rPr lang="en-US" smtClean="0"/>
              <a:t>4</a:t>
            </a:fld>
            <a:endParaRPr lang="en-US"/>
          </a:p>
        </p:txBody>
      </p:sp>
    </p:spTree>
    <p:extLst>
      <p:ext uri="{BB962C8B-B14F-4D97-AF65-F5344CB8AC3E}">
        <p14:creationId xmlns:p14="http://schemas.microsoft.com/office/powerpoint/2010/main" val="3764159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D4635-4846-F774-4CC0-4644362D3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97D35-F89B-E301-8A11-1E35CD0C3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56ED3E-86ED-135B-AFA6-FBDBA7EEC7AA}"/>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D8C40D87-127F-82F4-2DD5-AA5D5DAAA526}"/>
              </a:ext>
            </a:extLst>
          </p:cNvPr>
          <p:cNvSpPr>
            <a:spLocks noGrp="1"/>
          </p:cNvSpPr>
          <p:nvPr>
            <p:ph type="sldNum" sz="quarter" idx="5"/>
          </p:nvPr>
        </p:nvSpPr>
        <p:spPr/>
        <p:txBody>
          <a:bodyPr/>
          <a:lstStyle/>
          <a:p>
            <a:fld id="{030AB16C-82C9-439F-BD0A-4D240554FB00}" type="slidenum">
              <a:rPr lang="en-US" smtClean="0"/>
              <a:t>5</a:t>
            </a:fld>
            <a:endParaRPr lang="en-US"/>
          </a:p>
        </p:txBody>
      </p:sp>
    </p:spTree>
    <p:extLst>
      <p:ext uri="{BB962C8B-B14F-4D97-AF65-F5344CB8AC3E}">
        <p14:creationId xmlns:p14="http://schemas.microsoft.com/office/powerpoint/2010/main" val="3759283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78CC-6193-593F-4C6A-170A7A4DF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FF382-A965-CE66-57AE-26183D3C3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64691-9E78-175D-D2CF-B27B3EFA68FE}"/>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E0423781-F0B5-D4C0-DD92-5B7D5F3F68E8}"/>
              </a:ext>
            </a:extLst>
          </p:cNvPr>
          <p:cNvSpPr>
            <a:spLocks noGrp="1"/>
          </p:cNvSpPr>
          <p:nvPr>
            <p:ph type="sldNum" sz="quarter" idx="5"/>
          </p:nvPr>
        </p:nvSpPr>
        <p:spPr/>
        <p:txBody>
          <a:bodyPr/>
          <a:lstStyle/>
          <a:p>
            <a:fld id="{030AB16C-82C9-439F-BD0A-4D240554FB00}" type="slidenum">
              <a:rPr lang="en-US" smtClean="0"/>
              <a:t>6</a:t>
            </a:fld>
            <a:endParaRPr lang="en-US"/>
          </a:p>
        </p:txBody>
      </p:sp>
    </p:spTree>
    <p:extLst>
      <p:ext uri="{BB962C8B-B14F-4D97-AF65-F5344CB8AC3E}">
        <p14:creationId xmlns:p14="http://schemas.microsoft.com/office/powerpoint/2010/main" val="1288151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AE974-E383-F95F-168F-C10B163D6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4BB32-8083-B211-0C33-79EA08790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DBDEA-938E-6724-C394-6FA0BCAD896A}"/>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BE8FE480-DA59-1804-CF1E-0A39672ECACF}"/>
              </a:ext>
            </a:extLst>
          </p:cNvPr>
          <p:cNvSpPr>
            <a:spLocks noGrp="1"/>
          </p:cNvSpPr>
          <p:nvPr>
            <p:ph type="sldNum" sz="quarter" idx="5"/>
          </p:nvPr>
        </p:nvSpPr>
        <p:spPr/>
        <p:txBody>
          <a:bodyPr/>
          <a:lstStyle/>
          <a:p>
            <a:fld id="{030AB16C-82C9-439F-BD0A-4D240554FB00}" type="slidenum">
              <a:rPr lang="en-US" smtClean="0"/>
              <a:t>7</a:t>
            </a:fld>
            <a:endParaRPr lang="en-US"/>
          </a:p>
        </p:txBody>
      </p:sp>
    </p:spTree>
    <p:extLst>
      <p:ext uri="{BB962C8B-B14F-4D97-AF65-F5344CB8AC3E}">
        <p14:creationId xmlns:p14="http://schemas.microsoft.com/office/powerpoint/2010/main" val="2799307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73A2-DC71-7292-B32D-D8833276C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4B744-C7E5-AB55-E683-FAE3E240A1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302B1-D00F-3175-0788-CE8F880D5C7A}"/>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C1CDA309-801E-E688-7483-5270D3080C17}"/>
              </a:ext>
            </a:extLst>
          </p:cNvPr>
          <p:cNvSpPr>
            <a:spLocks noGrp="1"/>
          </p:cNvSpPr>
          <p:nvPr>
            <p:ph type="sldNum" sz="quarter" idx="5"/>
          </p:nvPr>
        </p:nvSpPr>
        <p:spPr/>
        <p:txBody>
          <a:bodyPr/>
          <a:lstStyle/>
          <a:p>
            <a:fld id="{030AB16C-82C9-439F-BD0A-4D240554FB00}" type="slidenum">
              <a:rPr lang="en-US" smtClean="0"/>
              <a:t>8</a:t>
            </a:fld>
            <a:endParaRPr lang="en-US"/>
          </a:p>
        </p:txBody>
      </p:sp>
    </p:spTree>
    <p:extLst>
      <p:ext uri="{BB962C8B-B14F-4D97-AF65-F5344CB8AC3E}">
        <p14:creationId xmlns:p14="http://schemas.microsoft.com/office/powerpoint/2010/main" val="2754209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D9B9B-36FD-AD22-BD8C-FF7D512C8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98FEC-4C17-1E65-4B0C-5BB7130C2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95501-DA3A-D2AD-6883-339A5772365B}"/>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79AE4151-88CF-1FA1-4271-D4FE0DABCA33}"/>
              </a:ext>
            </a:extLst>
          </p:cNvPr>
          <p:cNvSpPr>
            <a:spLocks noGrp="1"/>
          </p:cNvSpPr>
          <p:nvPr>
            <p:ph type="sldNum" sz="quarter" idx="5"/>
          </p:nvPr>
        </p:nvSpPr>
        <p:spPr/>
        <p:txBody>
          <a:bodyPr/>
          <a:lstStyle/>
          <a:p>
            <a:fld id="{030AB16C-82C9-439F-BD0A-4D240554FB00}" type="slidenum">
              <a:rPr lang="en-US" smtClean="0"/>
              <a:t>9</a:t>
            </a:fld>
            <a:endParaRPr lang="en-US"/>
          </a:p>
        </p:txBody>
      </p:sp>
    </p:spTree>
    <p:extLst>
      <p:ext uri="{BB962C8B-B14F-4D97-AF65-F5344CB8AC3E}">
        <p14:creationId xmlns:p14="http://schemas.microsoft.com/office/powerpoint/2010/main" val="4198759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25E11-01B0-49FD-D234-CF7CEDC27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E805E-A427-A9D8-1055-611AA2237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5A70C-9624-6373-DCEB-41CCD8514A53}"/>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3302344B-3BD2-A81E-9273-4E27B47E77D8}"/>
              </a:ext>
            </a:extLst>
          </p:cNvPr>
          <p:cNvSpPr>
            <a:spLocks noGrp="1"/>
          </p:cNvSpPr>
          <p:nvPr>
            <p:ph type="sldNum" sz="quarter" idx="5"/>
          </p:nvPr>
        </p:nvSpPr>
        <p:spPr/>
        <p:txBody>
          <a:bodyPr/>
          <a:lstStyle/>
          <a:p>
            <a:fld id="{030AB16C-82C9-439F-BD0A-4D240554FB00}" type="slidenum">
              <a:rPr lang="en-US" smtClean="0"/>
              <a:t>10</a:t>
            </a:fld>
            <a:endParaRPr lang="en-US"/>
          </a:p>
        </p:txBody>
      </p:sp>
    </p:spTree>
    <p:extLst>
      <p:ext uri="{BB962C8B-B14F-4D97-AF65-F5344CB8AC3E}">
        <p14:creationId xmlns:p14="http://schemas.microsoft.com/office/powerpoint/2010/main" val="33867346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6034C8CE-AABE-4058-91FF-4CFE20A16D1E}" type="datetimeFigureOut">
              <a:rPr lang="en-US" smtClean="0"/>
              <a:t>12/22/25</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3DFC8E38-E454-47DC-8E57-EA7C113E253C}"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46422860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6034C8CE-AABE-4058-91FF-4CFE20A16D1E}" type="datetimeFigureOut">
              <a:rPr lang="en-US" smtClean="0"/>
              <a:t>12/22/25</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3DFC8E38-E454-47DC-8E57-EA7C113E253C}"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2"/>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p:spPr>
        <p:txBody>
          <a:bodyPr anchor="t" anchorCtr="0"/>
          <a:lstStyle>
            <a:lvl1pPr algn="l">
              <a:lnSpc>
                <a:spcPct val="80000"/>
              </a:lnSpc>
              <a:defRPr sz="3600">
                <a:solidFill>
                  <a:schemeClr val="tx2"/>
                </a:solidFill>
              </a:defRPr>
            </a:lvl1pPr>
          </a:lstStyle>
          <a:p>
            <a:r>
              <a:rPr lang="en-US" dirty="0"/>
              <a:t>Presentation title</a:t>
            </a:r>
            <a:br>
              <a:rPr lang="en-US" dirty="0"/>
            </a:br>
            <a:r>
              <a:rPr lang="en-US" dirty="0"/>
              <a:t>PRESENTATION TITLE</a:t>
            </a:r>
            <a:br>
              <a:rPr lang="en-US" dirty="0"/>
            </a:br>
            <a:r>
              <a:rPr lang="en-US" dirty="0"/>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3"/>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171793694"/>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6034C8CE-AABE-4058-91FF-4CFE20A16D1E}" type="datetimeFigureOut">
              <a:rPr lang="en-US" smtClean="0"/>
              <a:t>12/22/25</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418586839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6034C8CE-AABE-4058-91FF-4CFE20A16D1E}" type="datetimeFigureOut">
              <a:rPr lang="en-US" smtClean="0"/>
              <a:t>12/22/25</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202456326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6034C8CE-AABE-4058-91FF-4CFE20A16D1E}" type="datetimeFigureOut">
              <a:rPr lang="en-US" smtClean="0"/>
              <a:t>12/22/25</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261324619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6034C8CE-AABE-4058-91FF-4CFE20A16D1E}" type="datetimeFigureOut">
              <a:rPr lang="en-US" smtClean="0"/>
              <a:t>12/22/25</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27505359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Number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034C8CE-AABE-4058-91FF-4CFE20A16D1E}" type="datetimeFigureOut">
              <a:rPr lang="en-US" smtClean="0"/>
              <a:t>12/22/25</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3DFC8E38-E454-47DC-8E57-EA7C113E253C}"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18188544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6034C8CE-AABE-4058-91FF-4CFE20A16D1E}" type="datetimeFigureOut">
              <a:rPr lang="en-US" smtClean="0"/>
              <a:t>12/22/25</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210132939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 Numbers">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6034C8CE-AABE-4058-91FF-4CFE20A16D1E}" type="datetimeFigureOut">
              <a:rPr lang="en-US" smtClean="0"/>
              <a:t>12/22/25</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3DFC8E38-E454-47DC-8E57-EA7C113E253C}"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9376630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6034C8CE-AABE-4058-91FF-4CFE20A16D1E}" type="datetimeFigureOut">
              <a:rPr lang="en-US" smtClean="0"/>
              <a:t>12/22/25</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289741300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6034C8CE-AABE-4058-91FF-4CFE20A16D1E}" type="datetimeFigureOut">
              <a:rPr lang="en-US" smtClean="0"/>
              <a:t>12/22/25</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3DFC8E38-E454-47DC-8E57-EA7C113E253C}"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96979152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6034C8CE-AABE-4058-91FF-4CFE20A16D1E}" type="datetimeFigureOut">
              <a:rPr lang="en-US" smtClean="0"/>
              <a:t>12/22/25</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3DFC8E38-E454-47DC-8E57-EA7C113E253C}"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246582766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6034C8CE-AABE-4058-91FF-4CFE20A16D1E}" type="datetimeFigureOut">
              <a:rPr lang="en-US" smtClean="0"/>
              <a:t>12/22/25</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2959745929"/>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6034C8CE-AABE-4058-91FF-4CFE20A16D1E}" type="datetimeFigureOut">
              <a:rPr lang="en-US" smtClean="0"/>
              <a:t>12/22/25</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46766605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6034C8CE-AABE-4058-91FF-4CFE20A16D1E}" type="datetimeFigureOut">
              <a:rPr lang="en-US" smtClean="0"/>
              <a:t>12/22/25</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72225794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6034C8CE-AABE-4058-91FF-4CFE20A16D1E}" type="datetimeFigureOut">
              <a:rPr lang="en-US" smtClean="0"/>
              <a:t>12/22/25</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423589602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solidFill>
                  <a:schemeClr val="tx1"/>
                </a:solidFill>
              </a:defRPr>
            </a:lvl1pPr>
            <a:lvl2pPr marL="182880" indent="-182880">
              <a:spcBef>
                <a:spcPts val="1000"/>
              </a:spcBef>
              <a:buFont typeface="Arial" panose="020B0604020202020204" pitchFamily="34" charset="0"/>
              <a:buChar char="▪"/>
              <a:defRPr>
                <a:solidFill>
                  <a:schemeClr val="tx1"/>
                </a:solidFill>
              </a:defRPr>
            </a:lvl2pPr>
            <a:lvl3pPr marL="365760">
              <a:defRPr>
                <a:solidFill>
                  <a:schemeClr val="tx1"/>
                </a:solidFill>
              </a:defRPr>
            </a:lvl3pPr>
            <a:lvl4pPr marL="548640">
              <a:defRPr>
                <a:solidFill>
                  <a:schemeClr val="tx1"/>
                </a:solidFill>
              </a:defRPr>
            </a:lvl4pPr>
            <a:lvl5pPr marL="731520">
              <a:defRPr>
                <a:solidFill>
                  <a:schemeClr val="tx1"/>
                </a:solidFill>
              </a:defRPr>
            </a:lvl5pPr>
            <a:lvl6pPr marL="914400">
              <a:defRPr/>
            </a:lvl6pPr>
            <a:lvl7pPr marL="1097280">
              <a:defRPr/>
            </a:lvl7pPr>
            <a:lvl8pPr marL="1280160">
              <a:defRPr/>
            </a:lvl8pPr>
            <a:lvl9pPr marL="1463040">
              <a:defRPr/>
            </a:lvl9pPr>
          </a:lstStyle>
          <a:p>
            <a:pPr lvl="0"/>
            <a:r>
              <a:rPr lang="en-US" dirty="0"/>
              <a:t>[Optional section subtitle]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6034C8CE-AABE-4058-91FF-4CFE20A16D1E}" type="datetimeFigureOut">
              <a:rPr lang="en-US" smtClean="0"/>
              <a:t>12/22/25</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3DFC8E38-E454-47DC-8E57-EA7C113E253C}"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6328975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 Imag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solidFill>
                  <a:schemeClr val="tx1"/>
                </a:solidFill>
              </a:defRPr>
            </a:lvl1pPr>
            <a:lvl2pPr marL="182880" indent="-182880">
              <a:spcBef>
                <a:spcPts val="1000"/>
              </a:spcBef>
              <a:buFont typeface="Arial" panose="020B0604020202020204" pitchFamily="34" charset="0"/>
              <a:buChar char="▪"/>
              <a:defRPr>
                <a:solidFill>
                  <a:schemeClr val="tx1"/>
                </a:solidFill>
              </a:defRPr>
            </a:lvl2pPr>
            <a:lvl3pPr marL="365760">
              <a:defRPr>
                <a:solidFill>
                  <a:schemeClr val="tx1"/>
                </a:solidFill>
              </a:defRPr>
            </a:lvl3pPr>
            <a:lvl4pPr marL="548640">
              <a:defRPr>
                <a:solidFill>
                  <a:schemeClr val="tx1"/>
                </a:solidFill>
              </a:defRPr>
            </a:lvl4pPr>
            <a:lvl5pPr marL="731520">
              <a:defRPr>
                <a:solidFill>
                  <a:schemeClr val="tx1"/>
                </a:solidFill>
              </a:defRPr>
            </a:lvl5pPr>
            <a:lvl6pPr marL="914400">
              <a:defRPr/>
            </a:lvl6pPr>
            <a:lvl7pPr marL="1097280">
              <a:defRPr/>
            </a:lvl7pPr>
            <a:lvl8pPr marL="1280160">
              <a:defRPr/>
            </a:lvl8pPr>
            <a:lvl9pPr marL="1463040">
              <a:defRPr/>
            </a:lvl9pPr>
          </a:lstStyle>
          <a:p>
            <a:pPr lvl="0"/>
            <a:r>
              <a:rPr lang="en-US" dirty="0"/>
              <a:t>[Optional section subtitle]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6034C8CE-AABE-4058-91FF-4CFE20A16D1E}" type="datetimeFigureOut">
              <a:rPr lang="en-US" smtClean="0"/>
              <a:t>12/22/25</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3DFC8E38-E454-47DC-8E57-EA7C113E253C}"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750771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 White 0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bg2"/>
                </a:solidFill>
              </a:defRPr>
            </a:lvl1pPr>
          </a:lstStyle>
          <a:p>
            <a:r>
              <a:rPr lang="en-US" dirty="0"/>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dirty="0"/>
              <a:t>[Optional section subtitle]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6034C8CE-AABE-4058-91FF-4CFE20A16D1E}" type="datetimeFigureOut">
              <a:rPr lang="en-US" smtClean="0"/>
              <a:t>12/22/25</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109371511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White 0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p:spPr>
        <p:txBody>
          <a:bodyPr anchor="t" anchorCtr="0"/>
          <a:lstStyle>
            <a:lvl1pPr>
              <a:lnSpc>
                <a:spcPct val="90000"/>
              </a:lnSpc>
              <a:defRPr sz="2400" spc="0" baseline="0">
                <a:solidFill>
                  <a:schemeClr val="bg2"/>
                </a:solidFill>
              </a:defRPr>
            </a:lvl1pPr>
          </a:lstStyle>
          <a:p>
            <a:r>
              <a:rPr lang="en-US" dirty="0"/>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dirty="0"/>
              <a:t>[Long section description]</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6034C8CE-AABE-4058-91FF-4CFE20A16D1E}" type="datetimeFigureOut">
              <a:rPr lang="en-US" smtClean="0"/>
              <a:t>12/22/25</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27466556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Half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solidFill>
                  <a:schemeClr val="tx1"/>
                </a:solidFill>
              </a:defRPr>
            </a:lvl1pPr>
            <a:lvl2pPr marL="182880" indent="-182880">
              <a:spcBef>
                <a:spcPts val="1000"/>
              </a:spcBef>
              <a:buFont typeface="Arial" panose="020B0604020202020204" pitchFamily="34" charset="0"/>
              <a:buChar char="▪"/>
              <a:defRPr>
                <a:solidFill>
                  <a:schemeClr val="tx1"/>
                </a:solidFill>
              </a:defRPr>
            </a:lvl2pPr>
            <a:lvl3pPr marL="365760">
              <a:defRPr>
                <a:solidFill>
                  <a:schemeClr val="tx1"/>
                </a:solidFill>
              </a:defRPr>
            </a:lvl3pPr>
            <a:lvl4pPr marL="548640">
              <a:defRPr>
                <a:solidFill>
                  <a:schemeClr val="tx1"/>
                </a:solidFill>
              </a:defRPr>
            </a:lvl4pPr>
            <a:lvl5pPr marL="731520">
              <a:defRPr>
                <a:solidFill>
                  <a:schemeClr val="tx1"/>
                </a:solidFill>
              </a:defRPr>
            </a:lvl5pPr>
            <a:lvl6pPr marL="914400">
              <a:defRPr/>
            </a:lvl6pPr>
            <a:lvl7pPr marL="1097280">
              <a:defRPr/>
            </a:lvl7pPr>
            <a:lvl8pPr marL="1280160">
              <a:defRPr/>
            </a:lvl8pPr>
            <a:lvl9pPr marL="1463040">
              <a:defRPr/>
            </a:lvl9pPr>
          </a:lstStyle>
          <a:p>
            <a:pPr lvl="0"/>
            <a:r>
              <a:rPr lang="en-US" dirty="0"/>
              <a:t>[Optional section description]</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lvl1pPr>
              <a:defRPr>
                <a:solidFill>
                  <a:schemeClr val="tx2"/>
                </a:solidFill>
              </a:defRPr>
            </a:lvl1pPr>
          </a:lstStyle>
          <a:p>
            <a:fld id="{6034C8CE-AABE-4058-91FF-4CFE20A16D1E}" type="datetimeFigureOut">
              <a:rPr lang="en-US" smtClean="0"/>
              <a:pPr/>
              <a:t>12/22/25</a:t>
            </a:fld>
            <a:endParaRPr lang="en-US" dirty="0">
              <a:solidFill>
                <a:schemeClr val="tx2"/>
              </a:solidFill>
            </a:endParaRPr>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3DFC8E38-E454-47DC-8E57-EA7C113E253C}"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7816721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6034C8CE-AABE-4058-91FF-4CFE20A16D1E}" type="datetimeFigureOut">
              <a:rPr lang="en-US" smtClean="0"/>
              <a:t>12/22/25</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339915497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Blac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6034C8CE-AABE-4058-91FF-4CFE20A16D1E}" type="datetimeFigureOut">
              <a:rPr lang="en-US" smtClean="0"/>
              <a:t>12/22/25</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3DFC8E38-E454-47DC-8E57-EA7C113E253C}" type="slidenum">
              <a:rPr lang="en-US" smtClean="0"/>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9321250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034C8CE-AABE-4058-91FF-4CFE20A16D1E}" type="datetimeFigureOut">
              <a:rPr lang="en-US" smtClean="0"/>
              <a:t>12/22/25</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3DFC8E38-E454-47DC-8E57-EA7C113E253C}" type="slidenum">
              <a:rPr lang="en-US" smtClean="0"/>
              <a:t>‹#›</a:t>
            </a:fld>
            <a:endParaRPr lang="en-US"/>
          </a:p>
        </p:txBody>
      </p:sp>
    </p:spTree>
    <p:extLst>
      <p:ext uri="{BB962C8B-B14F-4D97-AF65-F5344CB8AC3E}">
        <p14:creationId xmlns:p14="http://schemas.microsoft.com/office/powerpoint/2010/main" val="2806745301"/>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6034C8CE-AABE-4058-91FF-4CFE20A16D1E}" type="datetimeFigureOut">
              <a:rPr lang="en-US" smtClean="0"/>
              <a:t>12/22/25</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3DFC8E38-E454-47DC-8E57-EA7C113E253C}"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68426521"/>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ogo">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2500521300"/>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C231BA45-897E-6944-6087-6240165B50E5}"/>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3" name="Picture 32" descr="Background pattern&#10;&#10;Description automatically generated">
            <a:extLst>
              <a:ext uri="{FF2B5EF4-FFF2-40B4-BE49-F238E27FC236}">
                <a16:creationId xmlns:a16="http://schemas.microsoft.com/office/drawing/2014/main" id="{EFA9AB53-35E7-C986-455E-730DAE713E21}"/>
              </a:ext>
            </a:extLst>
          </p:cNvPr>
          <p:cNvPicPr>
            <a:picLocks noChangeAspect="1"/>
          </p:cNvPicPr>
          <p:nvPr userDrawn="1"/>
        </p:nvPicPr>
        <p:blipFill>
          <a:blip r:embed="rId2">
            <a:alphaModFix amt="5000"/>
          </a:blip>
          <a:stretch>
            <a:fillRect/>
          </a:stretch>
        </p:blipFill>
        <p:spPr>
          <a:xfrm>
            <a:off x="-115556" y="-483657"/>
            <a:ext cx="12423112" cy="7825313"/>
          </a:xfrm>
          <a:prstGeom prst="rect">
            <a:avLst/>
          </a:prstGeom>
        </p:spPr>
      </p:pic>
      <p:sp>
        <p:nvSpPr>
          <p:cNvPr id="21" name="Title 8">
            <a:extLst>
              <a:ext uri="{FF2B5EF4-FFF2-40B4-BE49-F238E27FC236}">
                <a16:creationId xmlns:a16="http://schemas.microsoft.com/office/drawing/2014/main" id="{26398B79-7AE7-E707-3549-4CD4F080706B}"/>
              </a:ext>
            </a:extLst>
          </p:cNvPr>
          <p:cNvSpPr>
            <a:spLocks noGrp="1"/>
          </p:cNvSpPr>
          <p:nvPr>
            <p:ph type="title"/>
          </p:nvPr>
        </p:nvSpPr>
        <p:spPr>
          <a:xfrm>
            <a:off x="2435538" y="3680024"/>
            <a:ext cx="7320923" cy="1074430"/>
          </a:xfrm>
        </p:spPr>
        <p:txBody>
          <a:bodyPr>
            <a:normAutofit/>
          </a:bodyPr>
          <a:lstStyle>
            <a:lvl1pPr algn="ctr">
              <a:defRPr sz="3200">
                <a:solidFill>
                  <a:schemeClr val="bg1"/>
                </a:solidFill>
                <a:latin typeface="US Army" panose="020B0506030202020204" pitchFamily="34" charset="0"/>
              </a:defRPr>
            </a:lvl1pPr>
          </a:lstStyle>
          <a:p>
            <a:r>
              <a:rPr lang="en-US"/>
              <a:t>Click to edit Master title style</a:t>
            </a:r>
          </a:p>
        </p:txBody>
      </p:sp>
      <p:pic>
        <p:nvPicPr>
          <p:cNvPr id="16" name="Picture 15">
            <a:extLst>
              <a:ext uri="{FF2B5EF4-FFF2-40B4-BE49-F238E27FC236}">
                <a16:creationId xmlns:a16="http://schemas.microsoft.com/office/drawing/2014/main" id="{072A7EB2-87FC-606E-828A-422F1E7B2EED}"/>
              </a:ext>
            </a:extLst>
          </p:cNvPr>
          <p:cNvPicPr>
            <a:picLocks noChangeAspect="1"/>
          </p:cNvPicPr>
          <p:nvPr userDrawn="1"/>
        </p:nvPicPr>
        <p:blipFill>
          <a:blip r:embed="rId3"/>
          <a:srcRect/>
          <a:stretch/>
        </p:blipFill>
        <p:spPr>
          <a:xfrm>
            <a:off x="4615445" y="770531"/>
            <a:ext cx="2961105" cy="2817167"/>
          </a:xfrm>
          <a:prstGeom prst="rect">
            <a:avLst/>
          </a:prstGeom>
        </p:spPr>
      </p:pic>
      <p:sp>
        <p:nvSpPr>
          <p:cNvPr id="35" name="Rectangle 34">
            <a:extLst>
              <a:ext uri="{FF2B5EF4-FFF2-40B4-BE49-F238E27FC236}">
                <a16:creationId xmlns:a16="http://schemas.microsoft.com/office/drawing/2014/main" id="{7AFC274F-F310-77BE-AF72-9B8AFFBA6466}"/>
              </a:ext>
            </a:extLst>
          </p:cNvPr>
          <p:cNvSpPr/>
          <p:nvPr userDrawn="1"/>
        </p:nvSpPr>
        <p:spPr>
          <a:xfrm rot="16200000" flipH="1">
            <a:off x="6073139" y="2424835"/>
            <a:ext cx="45719" cy="4891178"/>
          </a:xfrm>
          <a:prstGeom prst="rect">
            <a:avLst/>
          </a:prstGeom>
          <a:solidFill>
            <a:srgbClr val="FFD5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7958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5147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 name="Picture Placeholder 4" descr="Icon&#10;&#10;Description automatically generated">
            <a:extLst>
              <a:ext uri="{FF2B5EF4-FFF2-40B4-BE49-F238E27FC236}">
                <a16:creationId xmlns:a16="http://schemas.microsoft.com/office/drawing/2014/main" id="{28B29531-1699-2A66-F910-80AE5018EDD2}"/>
              </a:ext>
            </a:extLst>
          </p:cNvPr>
          <p:cNvPicPr>
            <a:picLocks noChangeAspect="1"/>
          </p:cNvPicPr>
          <p:nvPr userDrawn="1"/>
        </p:nvPicPr>
        <p:blipFill>
          <a:blip r:embed="rId2">
            <a:alphaModFix amt="36000"/>
            <a:extLst>
              <a:ext uri="{28A0092B-C50C-407E-A947-70E740481C1C}">
                <a14:useLocalDpi xmlns:a14="http://schemas.microsoft.com/office/drawing/2010/main" val="0"/>
              </a:ext>
            </a:extLst>
          </a:blip>
          <a:srcRect t="21875" b="21875"/>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B3D4EBA-F8C6-702A-886B-779446A3BA0F}"/>
              </a:ext>
            </a:extLst>
          </p:cNvPr>
          <p:cNvSpPr/>
          <p:nvPr userDrawn="1"/>
        </p:nvSpPr>
        <p:spPr>
          <a:xfrm>
            <a:off x="22137" y="0"/>
            <a:ext cx="12192000" cy="4235458"/>
          </a:xfrm>
          <a:prstGeom prst="rect">
            <a:avLst/>
          </a:prstGeom>
          <a:gradFill>
            <a:gsLst>
              <a:gs pos="50000">
                <a:srgbClr val="FBFCFE">
                  <a:alpha val="59000"/>
                </a:srgbClr>
              </a:gs>
              <a:gs pos="0">
                <a:schemeClr val="accent1">
                  <a:lumMod val="5000"/>
                  <a:lumOff val="95000"/>
                </a:scheme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Freeform: Shape 3">
            <a:extLst>
              <a:ext uri="{FF2B5EF4-FFF2-40B4-BE49-F238E27FC236}">
                <a16:creationId xmlns:a16="http://schemas.microsoft.com/office/drawing/2014/main" id="{45D69D72-4F13-7849-1208-25CBB7CE8367}"/>
              </a:ext>
            </a:extLst>
          </p:cNvPr>
          <p:cNvSpPr/>
          <p:nvPr userDrawn="1"/>
        </p:nvSpPr>
        <p:spPr>
          <a:xfrm>
            <a:off x="966015" y="0"/>
            <a:ext cx="10388600" cy="6858000"/>
          </a:xfrm>
          <a:custGeom>
            <a:avLst/>
            <a:gdLst>
              <a:gd name="connsiteX0" fmla="*/ 5194300 w 10388600"/>
              <a:gd name="connsiteY0" fmla="*/ 496875 h 6858000"/>
              <a:gd name="connsiteX1" fmla="*/ 2262175 w 10388600"/>
              <a:gd name="connsiteY1" fmla="*/ 3429000 h 6858000"/>
              <a:gd name="connsiteX2" fmla="*/ 5194300 w 10388600"/>
              <a:gd name="connsiteY2" fmla="*/ 6361126 h 6858000"/>
              <a:gd name="connsiteX3" fmla="*/ 8126425 w 10388600"/>
              <a:gd name="connsiteY3" fmla="*/ 3429000 h 6858000"/>
              <a:gd name="connsiteX4" fmla="*/ 5194300 w 10388600"/>
              <a:gd name="connsiteY4" fmla="*/ 496875 h 6858000"/>
              <a:gd name="connsiteX5" fmla="*/ 1294354 w 10388600"/>
              <a:gd name="connsiteY5" fmla="*/ 0 h 6858000"/>
              <a:gd name="connsiteX6" fmla="*/ 9094246 w 10388600"/>
              <a:gd name="connsiteY6" fmla="*/ 0 h 6858000"/>
              <a:gd name="connsiteX7" fmla="*/ 9202475 w 10388600"/>
              <a:gd name="connsiteY7" fmla="*/ 124943 h 6858000"/>
              <a:gd name="connsiteX8" fmla="*/ 10388600 w 10388600"/>
              <a:gd name="connsiteY8" fmla="*/ 3429000 h 6858000"/>
              <a:gd name="connsiteX9" fmla="*/ 9202475 w 10388600"/>
              <a:gd name="connsiteY9" fmla="*/ 6733057 h 6858000"/>
              <a:gd name="connsiteX10" fmla="*/ 9094246 w 10388600"/>
              <a:gd name="connsiteY10" fmla="*/ 6858000 h 6858000"/>
              <a:gd name="connsiteX11" fmla="*/ 1294354 w 10388600"/>
              <a:gd name="connsiteY11" fmla="*/ 6858000 h 6858000"/>
              <a:gd name="connsiteX12" fmla="*/ 1186126 w 10388600"/>
              <a:gd name="connsiteY12" fmla="*/ 6733057 h 6858000"/>
              <a:gd name="connsiteX13" fmla="*/ 0 w 10388600"/>
              <a:gd name="connsiteY13" fmla="*/ 3429000 h 6858000"/>
              <a:gd name="connsiteX14" fmla="*/ 1186126 w 10388600"/>
              <a:gd name="connsiteY14" fmla="*/ 1249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388600" h="6858000">
                <a:moveTo>
                  <a:pt x="5194300" y="496875"/>
                </a:moveTo>
                <a:cubicBezTo>
                  <a:pt x="3574932" y="496875"/>
                  <a:pt x="2262175" y="1809632"/>
                  <a:pt x="2262175" y="3429000"/>
                </a:cubicBezTo>
                <a:cubicBezTo>
                  <a:pt x="2262175" y="5048369"/>
                  <a:pt x="3574932" y="6361126"/>
                  <a:pt x="5194300" y="6361126"/>
                </a:cubicBezTo>
                <a:cubicBezTo>
                  <a:pt x="6813669" y="6361126"/>
                  <a:pt x="8126425" y="5048369"/>
                  <a:pt x="8126425" y="3429000"/>
                </a:cubicBezTo>
                <a:cubicBezTo>
                  <a:pt x="8126425" y="1809632"/>
                  <a:pt x="6813669" y="496875"/>
                  <a:pt x="5194300" y="496875"/>
                </a:cubicBezTo>
                <a:close/>
                <a:moveTo>
                  <a:pt x="1294354" y="0"/>
                </a:moveTo>
                <a:lnTo>
                  <a:pt x="9094246" y="0"/>
                </a:lnTo>
                <a:lnTo>
                  <a:pt x="9202475" y="124943"/>
                </a:lnTo>
                <a:cubicBezTo>
                  <a:pt x="9943472" y="1022824"/>
                  <a:pt x="10388600" y="2173930"/>
                  <a:pt x="10388600" y="3429000"/>
                </a:cubicBezTo>
                <a:cubicBezTo>
                  <a:pt x="10388600" y="4684071"/>
                  <a:pt x="9943472" y="5835176"/>
                  <a:pt x="9202475" y="6733057"/>
                </a:cubicBezTo>
                <a:lnTo>
                  <a:pt x="9094246" y="6858000"/>
                </a:lnTo>
                <a:lnTo>
                  <a:pt x="1294354" y="6858000"/>
                </a:lnTo>
                <a:lnTo>
                  <a:pt x="1186126" y="6733057"/>
                </a:lnTo>
                <a:cubicBezTo>
                  <a:pt x="445128" y="5835176"/>
                  <a:pt x="0" y="4684071"/>
                  <a:pt x="0" y="3429000"/>
                </a:cubicBezTo>
                <a:cubicBezTo>
                  <a:pt x="0" y="2173930"/>
                  <a:pt x="445128" y="1022824"/>
                  <a:pt x="1186126" y="124943"/>
                </a:cubicBezTo>
                <a:close/>
              </a:path>
            </a:pathLst>
          </a:custGeom>
          <a:gradFill>
            <a:gsLst>
              <a:gs pos="0">
                <a:schemeClr val="bg1">
                  <a:alpha val="76000"/>
                </a:schemeClr>
              </a:gs>
              <a:gs pos="100000">
                <a:schemeClr val="bg1">
                  <a:lumMod val="95000"/>
                  <a:alpha val="35000"/>
                </a:schemeClr>
              </a:gs>
            </a:gsLst>
            <a:lin ang="5400000" scaled="1"/>
          </a:gradFill>
          <a:ln>
            <a:solidFill>
              <a:schemeClr val="bg1">
                <a:alpha val="50000"/>
              </a:schemeClr>
            </a:solidFill>
          </a:ln>
          <a:effectLst>
            <a:outerShdw blurRad="431800" dist="317500" dir="5400000" algn="t" rotWithShape="0">
              <a:schemeClr val="accent1">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pic>
        <p:nvPicPr>
          <p:cNvPr id="5" name="Picture 4" descr="Logo, icon&#10;&#10;Description automatically generated">
            <a:extLst>
              <a:ext uri="{FF2B5EF4-FFF2-40B4-BE49-F238E27FC236}">
                <a16:creationId xmlns:a16="http://schemas.microsoft.com/office/drawing/2014/main" id="{4AA48A51-1039-939A-E57A-7BB8C5BF16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90518" y="310060"/>
            <a:ext cx="1977529" cy="1809686"/>
          </a:xfrm>
          <a:prstGeom prst="rect">
            <a:avLst/>
          </a:prstGeom>
        </p:spPr>
      </p:pic>
      <p:pic>
        <p:nvPicPr>
          <p:cNvPr id="6" name="Picture 5">
            <a:extLst>
              <a:ext uri="{FF2B5EF4-FFF2-40B4-BE49-F238E27FC236}">
                <a16:creationId xmlns:a16="http://schemas.microsoft.com/office/drawing/2014/main" id="{69892551-42CA-4947-45C7-751048E7C47C}"/>
              </a:ext>
            </a:extLst>
          </p:cNvPr>
          <p:cNvPicPr>
            <a:picLocks noChangeAspect="1"/>
          </p:cNvPicPr>
          <p:nvPr userDrawn="1"/>
        </p:nvPicPr>
        <p:blipFill>
          <a:blip r:embed="rId4" cstate="screen"/>
          <a:stretch>
            <a:fillRect/>
          </a:stretch>
        </p:blipFill>
        <p:spPr>
          <a:xfrm>
            <a:off x="4293432" y="310060"/>
            <a:ext cx="1392494" cy="1809686"/>
          </a:xfrm>
          <a:prstGeom prst="rect">
            <a:avLst/>
          </a:prstGeom>
          <a:effectLst/>
        </p:spPr>
      </p:pic>
      <p:sp>
        <p:nvSpPr>
          <p:cNvPr id="7" name="Title 6">
            <a:extLst>
              <a:ext uri="{FF2B5EF4-FFF2-40B4-BE49-F238E27FC236}">
                <a16:creationId xmlns:a16="http://schemas.microsoft.com/office/drawing/2014/main" id="{17B9F2C0-6523-38DF-A5A4-0C4A3DAF17DD}"/>
              </a:ext>
            </a:extLst>
          </p:cNvPr>
          <p:cNvSpPr>
            <a:spLocks noGrp="1"/>
          </p:cNvSpPr>
          <p:nvPr>
            <p:ph type="title"/>
          </p:nvPr>
        </p:nvSpPr>
        <p:spPr>
          <a:xfrm>
            <a:off x="837385" y="2514820"/>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40276518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Main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D638356-66F4-4B7C-B87C-5B13674596D6}"/>
              </a:ext>
            </a:extLst>
          </p:cNvPr>
          <p:cNvSpPr/>
          <p:nvPr userDrawn="1"/>
        </p:nvSpPr>
        <p:spPr>
          <a:xfrm>
            <a:off x="464457" y="333375"/>
            <a:ext cx="11340213" cy="619125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a:extLst>
              <a:ext uri="{FF2B5EF4-FFF2-40B4-BE49-F238E27FC236}">
                <a16:creationId xmlns:a16="http://schemas.microsoft.com/office/drawing/2014/main" id="{9A1B99F9-C7E5-BC86-ED23-2732D47BF637}"/>
              </a:ext>
            </a:extLst>
          </p:cNvPr>
          <p:cNvSpPr/>
          <p:nvPr userDrawn="1"/>
        </p:nvSpPr>
        <p:spPr>
          <a:xfrm>
            <a:off x="11646240" y="5469938"/>
            <a:ext cx="215444" cy="5870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77077CA1-A53E-4766-765D-49E76B90D418}"/>
              </a:ext>
            </a:extLst>
          </p:cNvPr>
          <p:cNvGrpSpPr/>
          <p:nvPr userDrawn="1"/>
        </p:nvGrpSpPr>
        <p:grpSpPr>
          <a:xfrm>
            <a:off x="11646240" y="3607638"/>
            <a:ext cx="316868" cy="3250360"/>
            <a:chOff x="195756" y="3607638"/>
            <a:chExt cx="316868" cy="3250360"/>
          </a:xfrm>
          <a:solidFill>
            <a:schemeClr val="bg1"/>
          </a:solidFill>
        </p:grpSpPr>
        <p:grpSp>
          <p:nvGrpSpPr>
            <p:cNvPr id="16" name="Group 15">
              <a:extLst>
                <a:ext uri="{FF2B5EF4-FFF2-40B4-BE49-F238E27FC236}">
                  <a16:creationId xmlns:a16="http://schemas.microsoft.com/office/drawing/2014/main" id="{25A773B9-BC5C-45F8-E13C-28D021E86DBB}"/>
                </a:ext>
              </a:extLst>
            </p:cNvPr>
            <p:cNvGrpSpPr/>
            <p:nvPr/>
          </p:nvGrpSpPr>
          <p:grpSpPr>
            <a:xfrm rot="16200000">
              <a:off x="-1131482" y="4985557"/>
              <a:ext cx="2971355" cy="215518"/>
              <a:chOff x="684935" y="6087595"/>
              <a:chExt cx="2971355" cy="215518"/>
            </a:xfrm>
            <a:grpFill/>
            <a:effectLst/>
          </p:grpSpPr>
          <p:sp>
            <p:nvSpPr>
              <p:cNvPr id="18" name="TextBox 17">
                <a:extLst>
                  <a:ext uri="{FF2B5EF4-FFF2-40B4-BE49-F238E27FC236}">
                    <a16:creationId xmlns:a16="http://schemas.microsoft.com/office/drawing/2014/main" id="{2E6EF43A-8087-CDCD-DF8C-C3C73888412F}"/>
                  </a:ext>
                </a:extLst>
              </p:cNvPr>
              <p:cNvSpPr txBox="1"/>
              <p:nvPr/>
            </p:nvSpPr>
            <p:spPr>
              <a:xfrm>
                <a:off x="684935" y="6087595"/>
                <a:ext cx="593432" cy="215444"/>
              </a:xfrm>
              <a:prstGeom prst="rect">
                <a:avLst/>
              </a:prstGeom>
              <a:grpFill/>
              <a:effectLst/>
            </p:spPr>
            <p:txBody>
              <a:bodyPr wrap="none" rtlCol="0">
                <a:spAutoFit/>
              </a:bodyPr>
              <a:lstStyle/>
              <a:p>
                <a:r>
                  <a:rPr lang="id-ID" sz="800" b="1" spc="300">
                    <a:solidFill>
                      <a:schemeClr val="tx2">
                        <a:lumMod val="75000"/>
                      </a:schemeClr>
                    </a:solidFill>
                    <a:latin typeface="Poppins" panose="00000500000000000000" pitchFamily="2" charset="0"/>
                    <a:cs typeface="Poppins" panose="00000500000000000000" pitchFamily="2" charset="0"/>
                  </a:rPr>
                  <a:t>202</a:t>
                </a:r>
                <a:r>
                  <a:rPr lang="en-ID" sz="800" b="1" spc="300">
                    <a:solidFill>
                      <a:schemeClr val="tx2">
                        <a:lumMod val="75000"/>
                      </a:schemeClr>
                    </a:solidFill>
                    <a:latin typeface="Poppins" panose="00000500000000000000" pitchFamily="2" charset="0"/>
                    <a:cs typeface="Poppins" panose="00000500000000000000" pitchFamily="2" charset="0"/>
                  </a:rPr>
                  <a:t>4</a:t>
                </a:r>
                <a:endParaRPr lang="id-ID" sz="800" b="1" spc="300">
                  <a:solidFill>
                    <a:schemeClr val="tx2">
                      <a:lumMod val="75000"/>
                    </a:schemeClr>
                  </a:solidFill>
                  <a:latin typeface="Poppins" panose="00000500000000000000" pitchFamily="2" charset="0"/>
                  <a:cs typeface="Poppins" panose="00000500000000000000" pitchFamily="2" charset="0"/>
                </a:endParaRPr>
              </a:p>
            </p:txBody>
          </p:sp>
          <p:cxnSp>
            <p:nvCxnSpPr>
              <p:cNvPr id="20" name="Straight Connector 19">
                <a:extLst>
                  <a:ext uri="{FF2B5EF4-FFF2-40B4-BE49-F238E27FC236}">
                    <a16:creationId xmlns:a16="http://schemas.microsoft.com/office/drawing/2014/main" id="{F2572716-69BD-9984-C886-9FF980C89F9B}"/>
                  </a:ext>
                </a:extLst>
              </p:cNvPr>
              <p:cNvCxnSpPr>
                <a:cxnSpLocks/>
              </p:cNvCxnSpPr>
              <p:nvPr/>
            </p:nvCxnSpPr>
            <p:spPr>
              <a:xfrm>
                <a:off x="1266620" y="6195317"/>
                <a:ext cx="258883" cy="0"/>
              </a:xfrm>
              <a:prstGeom prst="line">
                <a:avLst/>
              </a:prstGeom>
              <a:grpFill/>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47FFE7-498E-07F2-5B21-120D3E11FC8F}"/>
                  </a:ext>
                </a:extLst>
              </p:cNvPr>
              <p:cNvSpPr txBox="1"/>
              <p:nvPr/>
            </p:nvSpPr>
            <p:spPr>
              <a:xfrm>
                <a:off x="1631377" y="6087669"/>
                <a:ext cx="2024913" cy="215444"/>
              </a:xfrm>
              <a:prstGeom prst="rect">
                <a:avLst/>
              </a:prstGeom>
              <a:grpFill/>
              <a:effectLst/>
            </p:spPr>
            <p:txBody>
              <a:bodyPr wrap="none" rtlCol="0">
                <a:spAutoFit/>
              </a:bodyPr>
              <a:lstStyle/>
              <a:p>
                <a:r>
                  <a:rPr lang="en-US" sz="800" spc="300">
                    <a:solidFill>
                      <a:schemeClr val="tx2">
                        <a:lumMod val="75000"/>
                      </a:schemeClr>
                    </a:solidFill>
                    <a:latin typeface="Poppins" panose="00000500000000000000" pitchFamily="2" charset="0"/>
                    <a:cs typeface="Poppins" panose="00000500000000000000" pitchFamily="2" charset="0"/>
                  </a:rPr>
                  <a:t>Predictive Maintenance</a:t>
                </a:r>
                <a:endParaRPr lang="id-ID" sz="800" spc="300">
                  <a:solidFill>
                    <a:schemeClr val="tx2">
                      <a:lumMod val="75000"/>
                    </a:schemeClr>
                  </a:solidFill>
                  <a:latin typeface="Poppins" panose="00000500000000000000" pitchFamily="2" charset="0"/>
                  <a:cs typeface="Poppins" panose="00000500000000000000" pitchFamily="2" charset="0"/>
                </a:endParaRPr>
              </a:p>
            </p:txBody>
          </p:sp>
        </p:grpSp>
        <p:sp>
          <p:nvSpPr>
            <p:cNvPr id="17" name="Freeform: Shape 16">
              <a:extLst>
                <a:ext uri="{FF2B5EF4-FFF2-40B4-BE49-F238E27FC236}">
                  <a16:creationId xmlns:a16="http://schemas.microsoft.com/office/drawing/2014/main" id="{8307900E-6B3D-B9F9-6CA3-FD8C722603F6}"/>
                </a:ext>
              </a:extLst>
            </p:cNvPr>
            <p:cNvSpPr/>
            <p:nvPr/>
          </p:nvSpPr>
          <p:spPr>
            <a:xfrm rot="10800000">
              <a:off x="195756" y="6699563"/>
              <a:ext cx="316868" cy="158435"/>
            </a:xfrm>
            <a:custGeom>
              <a:avLst/>
              <a:gdLst>
                <a:gd name="connsiteX0" fmla="*/ 0 w 388388"/>
                <a:gd name="connsiteY0" fmla="*/ 0 h 194195"/>
                <a:gd name="connsiteX1" fmla="*/ 388388 w 388388"/>
                <a:gd name="connsiteY1" fmla="*/ 0 h 194195"/>
                <a:gd name="connsiteX2" fmla="*/ 388388 w 388388"/>
                <a:gd name="connsiteY2" fmla="*/ 1 h 194195"/>
                <a:gd name="connsiteX3" fmla="*/ 194194 w 388388"/>
                <a:gd name="connsiteY3" fmla="*/ 194195 h 194195"/>
                <a:gd name="connsiteX4" fmla="*/ 0 w 388388"/>
                <a:gd name="connsiteY4" fmla="*/ 1 h 19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388" h="194195">
                  <a:moveTo>
                    <a:pt x="0" y="0"/>
                  </a:moveTo>
                  <a:lnTo>
                    <a:pt x="388388" y="0"/>
                  </a:lnTo>
                  <a:lnTo>
                    <a:pt x="388388" y="1"/>
                  </a:lnTo>
                  <a:cubicBezTo>
                    <a:pt x="388388" y="107251"/>
                    <a:pt x="301444" y="194195"/>
                    <a:pt x="194194" y="194195"/>
                  </a:cubicBezTo>
                  <a:cubicBezTo>
                    <a:pt x="86944" y="194195"/>
                    <a:pt x="0" y="107251"/>
                    <a:pt x="0" y="1"/>
                  </a:cubicBezTo>
                  <a:close/>
                </a:path>
              </a:pathLst>
            </a:custGeom>
            <a:solidFill>
              <a:srgbClr val="FFFF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pic>
        <p:nvPicPr>
          <p:cNvPr id="11" name="Picture 10">
            <a:extLst>
              <a:ext uri="{FF2B5EF4-FFF2-40B4-BE49-F238E27FC236}">
                <a16:creationId xmlns:a16="http://schemas.microsoft.com/office/drawing/2014/main" id="{B54B2119-3011-D3A4-C95B-FC16EF467E35}"/>
              </a:ext>
            </a:extLst>
          </p:cNvPr>
          <p:cNvPicPr>
            <a:picLocks noChangeAspect="1"/>
          </p:cNvPicPr>
          <p:nvPr userDrawn="1"/>
        </p:nvPicPr>
        <p:blipFill>
          <a:blip r:embed="rId2"/>
          <a:srcRect/>
          <a:stretch/>
        </p:blipFill>
        <p:spPr>
          <a:xfrm>
            <a:off x="11526429" y="68659"/>
            <a:ext cx="556483" cy="529432"/>
          </a:xfrm>
          <a:prstGeom prst="rect">
            <a:avLst/>
          </a:prstGeom>
          <a:solidFill>
            <a:schemeClr val="bg1"/>
          </a:solidFill>
        </p:spPr>
      </p:pic>
    </p:spTree>
    <p:extLst>
      <p:ext uri="{BB962C8B-B14F-4D97-AF65-F5344CB8AC3E}">
        <p14:creationId xmlns:p14="http://schemas.microsoft.com/office/powerpoint/2010/main" val="14564142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Blank - Black">
    <p:spTree>
      <p:nvGrpSpPr>
        <p:cNvPr id="1" name=""/>
        <p:cNvGrpSpPr/>
        <p:nvPr/>
      </p:nvGrpSpPr>
      <p:grpSpPr>
        <a:xfrm>
          <a:off x="0" y="0"/>
          <a:ext cx="0" cy="0"/>
          <a:chOff x="0" y="0"/>
          <a:chExt cx="0" cy="0"/>
        </a:xfrm>
      </p:grpSpPr>
      <p:sp>
        <p:nvSpPr>
          <p:cNvPr id="16" name="Freeform 14">
            <a:extLst>
              <a:ext uri="{FF2B5EF4-FFF2-40B4-BE49-F238E27FC236}">
                <a16:creationId xmlns:a16="http://schemas.microsoft.com/office/drawing/2014/main" id="{8E0AEA18-B8F4-EAF7-0F60-ED0DC5245481}"/>
              </a:ext>
            </a:extLst>
          </p:cNvPr>
          <p:cNvSpPr/>
          <p:nvPr userDrawn="1"/>
        </p:nvSpPr>
        <p:spPr>
          <a:xfrm rot="10800000">
            <a:off x="8714519" y="-2368"/>
            <a:ext cx="3473256" cy="3431367"/>
          </a:xfrm>
          <a:custGeom>
            <a:avLst/>
            <a:gdLst>
              <a:gd name="connsiteX0" fmla="*/ 0 w 4385245"/>
              <a:gd name="connsiteY0" fmla="*/ 0 h 4332357"/>
              <a:gd name="connsiteX1" fmla="*/ 15878 w 4385245"/>
              <a:gd name="connsiteY1" fmla="*/ 25074 h 4332357"/>
              <a:gd name="connsiteX2" fmla="*/ 55993 w 4385245"/>
              <a:gd name="connsiteY2" fmla="*/ 103364 h 4332357"/>
              <a:gd name="connsiteX3" fmla="*/ 87850 w 4385245"/>
              <a:gd name="connsiteY3" fmla="*/ 184937 h 4332357"/>
              <a:gd name="connsiteX4" fmla="*/ 115066 w 4385245"/>
              <a:gd name="connsiteY4" fmla="*/ 269956 h 4332357"/>
              <a:gd name="connsiteX5" fmla="*/ 138019 w 4385245"/>
              <a:gd name="connsiteY5" fmla="*/ 358897 h 4332357"/>
              <a:gd name="connsiteX6" fmla="*/ 156113 w 4385245"/>
              <a:gd name="connsiteY6" fmla="*/ 455412 h 4332357"/>
              <a:gd name="connsiteX7" fmla="*/ 173775 w 4385245"/>
              <a:gd name="connsiteY7" fmla="*/ 556032 h 4332357"/>
              <a:gd name="connsiteX8" fmla="*/ 187415 w 4385245"/>
              <a:gd name="connsiteY8" fmla="*/ 656232 h 4332357"/>
              <a:gd name="connsiteX9" fmla="*/ 200194 w 4385245"/>
              <a:gd name="connsiteY9" fmla="*/ 764643 h 4332357"/>
              <a:gd name="connsiteX10" fmla="*/ 240726 w 4385245"/>
              <a:gd name="connsiteY10" fmla="*/ 1221647 h 4332357"/>
              <a:gd name="connsiteX11" fmla="*/ 267328 w 4385245"/>
              <a:gd name="connsiteY11" fmla="*/ 1467205 h 4332357"/>
              <a:gd name="connsiteX12" fmla="*/ 286443 w 4385245"/>
              <a:gd name="connsiteY12" fmla="*/ 1592670 h 4332357"/>
              <a:gd name="connsiteX13" fmla="*/ 309366 w 4385245"/>
              <a:gd name="connsiteY13" fmla="*/ 1718535 h 4332357"/>
              <a:gd name="connsiteX14" fmla="*/ 336089 w 4385245"/>
              <a:gd name="connsiteY14" fmla="*/ 1848951 h 4332357"/>
              <a:gd name="connsiteX15" fmla="*/ 367051 w 4385245"/>
              <a:gd name="connsiteY15" fmla="*/ 1975661 h 4332357"/>
              <a:gd name="connsiteX16" fmla="*/ 405623 w 4385245"/>
              <a:gd name="connsiteY16" fmla="*/ 2107322 h 4332357"/>
              <a:gd name="connsiteX17" fmla="*/ 448003 w 4385245"/>
              <a:gd name="connsiteY17" fmla="*/ 2239384 h 4332357"/>
              <a:gd name="connsiteX18" fmla="*/ 498634 w 4385245"/>
              <a:gd name="connsiteY18" fmla="*/ 2372313 h 4332357"/>
              <a:gd name="connsiteX19" fmla="*/ 557093 w 4385245"/>
              <a:gd name="connsiteY19" fmla="*/ 2506063 h 4332357"/>
              <a:gd name="connsiteX20" fmla="*/ 623381 w 4385245"/>
              <a:gd name="connsiteY20" fmla="*/ 2640637 h 4332357"/>
              <a:gd name="connsiteX21" fmla="*/ 698352 w 4385245"/>
              <a:gd name="connsiteY21" fmla="*/ 2771972 h 4332357"/>
              <a:gd name="connsiteX22" fmla="*/ 781581 w 4385245"/>
              <a:gd name="connsiteY22" fmla="*/ 2900024 h 4332357"/>
              <a:gd name="connsiteX23" fmla="*/ 861632 w 4385245"/>
              <a:gd name="connsiteY23" fmla="*/ 3019655 h 4332357"/>
              <a:gd name="connsiteX24" fmla="*/ 942977 w 4385245"/>
              <a:gd name="connsiteY24" fmla="*/ 3126970 h 4332357"/>
              <a:gd name="connsiteX25" fmla="*/ 1024965 w 4385245"/>
              <a:gd name="connsiteY25" fmla="*/ 3230200 h 4332357"/>
              <a:gd name="connsiteX26" fmla="*/ 1108013 w 4385245"/>
              <a:gd name="connsiteY26" fmla="*/ 3321303 h 4332357"/>
              <a:gd name="connsiteX27" fmla="*/ 1195945 w 4385245"/>
              <a:gd name="connsiteY27" fmla="*/ 3404618 h 4332357"/>
              <a:gd name="connsiteX28" fmla="*/ 1280719 w 4385245"/>
              <a:gd name="connsiteY28" fmla="*/ 3479298 h 4332357"/>
              <a:gd name="connsiteX29" fmla="*/ 1366332 w 4385245"/>
              <a:gd name="connsiteY29" fmla="*/ 3545981 h 4332357"/>
              <a:gd name="connsiteX30" fmla="*/ 1452592 w 4385245"/>
              <a:gd name="connsiteY30" fmla="*/ 3608579 h 4332357"/>
              <a:gd name="connsiteX31" fmla="*/ 1543521 w 4385245"/>
              <a:gd name="connsiteY31" fmla="*/ 3663366 h 4332357"/>
              <a:gd name="connsiteX32" fmla="*/ 1630861 w 4385245"/>
              <a:gd name="connsiteY32" fmla="*/ 3713625 h 4332357"/>
              <a:gd name="connsiteX33" fmla="*/ 1722632 w 4385245"/>
              <a:gd name="connsiteY33" fmla="*/ 3760414 h 4332357"/>
              <a:gd name="connsiteX34" fmla="*/ 1815265 w 4385245"/>
              <a:gd name="connsiteY34" fmla="*/ 3798992 h 4332357"/>
              <a:gd name="connsiteX35" fmla="*/ 1912348 w 4385245"/>
              <a:gd name="connsiteY35" fmla="*/ 3833887 h 4332357"/>
              <a:gd name="connsiteX36" fmla="*/ 2009864 w 4385245"/>
              <a:gd name="connsiteY36" fmla="*/ 3864674 h 4332357"/>
              <a:gd name="connsiteX37" fmla="*/ 2107810 w 4385245"/>
              <a:gd name="connsiteY37" fmla="*/ 3891355 h 4332357"/>
              <a:gd name="connsiteX38" fmla="*/ 2206168 w 4385245"/>
              <a:gd name="connsiteY38" fmla="*/ 3914147 h 4332357"/>
              <a:gd name="connsiteX39" fmla="*/ 2308355 w 4385245"/>
              <a:gd name="connsiteY39" fmla="*/ 3937123 h 4332357"/>
              <a:gd name="connsiteX40" fmla="*/ 2518421 w 4385245"/>
              <a:gd name="connsiteY40" fmla="*/ 3971653 h 4332357"/>
              <a:gd name="connsiteX41" fmla="*/ 2736770 w 4385245"/>
              <a:gd name="connsiteY41" fmla="*/ 4002685 h 4332357"/>
              <a:gd name="connsiteX42" fmla="*/ 2963355 w 4385245"/>
              <a:gd name="connsiteY42" fmla="*/ 4030648 h 4332357"/>
              <a:gd name="connsiteX43" fmla="*/ 3201999 w 4385245"/>
              <a:gd name="connsiteY43" fmla="*/ 4059880 h 4332357"/>
              <a:gd name="connsiteX44" fmla="*/ 3451843 w 4385245"/>
              <a:gd name="connsiteY44" fmla="*/ 4098591 h 4332357"/>
              <a:gd name="connsiteX45" fmla="*/ 3713123 w 4385245"/>
              <a:gd name="connsiteY45" fmla="*/ 4142437 h 4332357"/>
              <a:gd name="connsiteX46" fmla="*/ 3847448 w 4385245"/>
              <a:gd name="connsiteY46" fmla="*/ 4169008 h 4332357"/>
              <a:gd name="connsiteX47" fmla="*/ 3985601 w 4385245"/>
              <a:gd name="connsiteY47" fmla="*/ 4195762 h 4332357"/>
              <a:gd name="connsiteX48" fmla="*/ 4122460 w 4385245"/>
              <a:gd name="connsiteY48" fmla="*/ 4234837 h 4332357"/>
              <a:gd name="connsiteX49" fmla="*/ 4251062 w 4385245"/>
              <a:gd name="connsiteY49" fmla="*/ 4277195 h 4332357"/>
              <a:gd name="connsiteX50" fmla="*/ 4374801 w 4385245"/>
              <a:gd name="connsiteY50" fmla="*/ 4327126 h 4332357"/>
              <a:gd name="connsiteX51" fmla="*/ 4385245 w 4385245"/>
              <a:gd name="connsiteY51" fmla="*/ 4332357 h 4332357"/>
              <a:gd name="connsiteX52" fmla="*/ 0 w 4385245"/>
              <a:gd name="connsiteY52" fmla="*/ 4332357 h 4332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4385245" h="4332357">
                <a:moveTo>
                  <a:pt x="0" y="0"/>
                </a:moveTo>
                <a:lnTo>
                  <a:pt x="15878" y="25074"/>
                </a:lnTo>
                <a:lnTo>
                  <a:pt x="55993" y="103364"/>
                </a:lnTo>
                <a:lnTo>
                  <a:pt x="87850" y="184937"/>
                </a:lnTo>
                <a:lnTo>
                  <a:pt x="115066" y="269956"/>
                </a:lnTo>
                <a:lnTo>
                  <a:pt x="138019" y="358897"/>
                </a:lnTo>
                <a:lnTo>
                  <a:pt x="156113" y="455412"/>
                </a:lnTo>
                <a:lnTo>
                  <a:pt x="173775" y="556032"/>
                </a:lnTo>
                <a:lnTo>
                  <a:pt x="187415" y="656232"/>
                </a:lnTo>
                <a:lnTo>
                  <a:pt x="200194" y="764643"/>
                </a:lnTo>
                <a:lnTo>
                  <a:pt x="240726" y="1221647"/>
                </a:lnTo>
                <a:lnTo>
                  <a:pt x="267328" y="1467205"/>
                </a:lnTo>
                <a:lnTo>
                  <a:pt x="286443" y="1592670"/>
                </a:lnTo>
                <a:lnTo>
                  <a:pt x="309366" y="1718535"/>
                </a:lnTo>
                <a:lnTo>
                  <a:pt x="336089" y="1848951"/>
                </a:lnTo>
                <a:lnTo>
                  <a:pt x="367051" y="1975661"/>
                </a:lnTo>
                <a:lnTo>
                  <a:pt x="405623" y="2107322"/>
                </a:lnTo>
                <a:lnTo>
                  <a:pt x="448003" y="2239384"/>
                </a:lnTo>
                <a:lnTo>
                  <a:pt x="498634" y="2372313"/>
                </a:lnTo>
                <a:lnTo>
                  <a:pt x="557093" y="2506063"/>
                </a:lnTo>
                <a:lnTo>
                  <a:pt x="623381" y="2640637"/>
                </a:lnTo>
                <a:lnTo>
                  <a:pt x="698352" y="2771972"/>
                </a:lnTo>
                <a:lnTo>
                  <a:pt x="781581" y="2900024"/>
                </a:lnTo>
                <a:lnTo>
                  <a:pt x="861632" y="3019655"/>
                </a:lnTo>
                <a:lnTo>
                  <a:pt x="942977" y="3126970"/>
                </a:lnTo>
                <a:lnTo>
                  <a:pt x="1024965" y="3230200"/>
                </a:lnTo>
                <a:lnTo>
                  <a:pt x="1108013" y="3321303"/>
                </a:lnTo>
                <a:lnTo>
                  <a:pt x="1195945" y="3404618"/>
                </a:lnTo>
                <a:lnTo>
                  <a:pt x="1280719" y="3479298"/>
                </a:lnTo>
                <a:lnTo>
                  <a:pt x="1366332" y="3545981"/>
                </a:lnTo>
                <a:lnTo>
                  <a:pt x="1452592" y="3608579"/>
                </a:lnTo>
                <a:lnTo>
                  <a:pt x="1543521" y="3663366"/>
                </a:lnTo>
                <a:lnTo>
                  <a:pt x="1630861" y="3713625"/>
                </a:lnTo>
                <a:lnTo>
                  <a:pt x="1722632" y="3760414"/>
                </a:lnTo>
                <a:lnTo>
                  <a:pt x="1815265" y="3798992"/>
                </a:lnTo>
                <a:lnTo>
                  <a:pt x="1912348" y="3833887"/>
                </a:lnTo>
                <a:lnTo>
                  <a:pt x="2009864" y="3864674"/>
                </a:lnTo>
                <a:lnTo>
                  <a:pt x="2107810" y="3891355"/>
                </a:lnTo>
                <a:lnTo>
                  <a:pt x="2206168" y="3914147"/>
                </a:lnTo>
                <a:lnTo>
                  <a:pt x="2308355" y="3937123"/>
                </a:lnTo>
                <a:lnTo>
                  <a:pt x="2518421" y="3971653"/>
                </a:lnTo>
                <a:lnTo>
                  <a:pt x="2736770" y="4002685"/>
                </a:lnTo>
                <a:lnTo>
                  <a:pt x="2963355" y="4030648"/>
                </a:lnTo>
                <a:lnTo>
                  <a:pt x="3201999" y="4059880"/>
                </a:lnTo>
                <a:lnTo>
                  <a:pt x="3451843" y="4098591"/>
                </a:lnTo>
                <a:lnTo>
                  <a:pt x="3713123" y="4142437"/>
                </a:lnTo>
                <a:lnTo>
                  <a:pt x="3847448" y="4169008"/>
                </a:lnTo>
                <a:lnTo>
                  <a:pt x="3985601" y="4195762"/>
                </a:lnTo>
                <a:lnTo>
                  <a:pt x="4122460" y="4234837"/>
                </a:lnTo>
                <a:lnTo>
                  <a:pt x="4251062" y="4277195"/>
                </a:lnTo>
                <a:lnTo>
                  <a:pt x="4374801" y="4327126"/>
                </a:lnTo>
                <a:lnTo>
                  <a:pt x="4385245" y="4332357"/>
                </a:lnTo>
                <a:lnTo>
                  <a:pt x="0" y="4332357"/>
                </a:lnTo>
                <a:close/>
              </a:path>
            </a:pathLst>
          </a:custGeom>
          <a:gradFill flip="none" rotWithShape="1">
            <a:gsLst>
              <a:gs pos="0">
                <a:srgbClr val="221F20">
                  <a:alpha val="15000"/>
                </a:srgbClr>
              </a:gs>
              <a:gs pos="48000">
                <a:srgbClr val="2F372F">
                  <a:alpha val="5000"/>
                </a:srgbClr>
              </a:gs>
              <a:gs pos="100000">
                <a:srgbClr val="565557">
                  <a:alpha val="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20">
            <a:extLst>
              <a:ext uri="{FF2B5EF4-FFF2-40B4-BE49-F238E27FC236}">
                <a16:creationId xmlns:a16="http://schemas.microsoft.com/office/drawing/2014/main" id="{E2CC76F6-18D4-7C2D-4D74-5403DC541633}"/>
              </a:ext>
            </a:extLst>
          </p:cNvPr>
          <p:cNvSpPr/>
          <p:nvPr userDrawn="1"/>
        </p:nvSpPr>
        <p:spPr>
          <a:xfrm rot="10800000" flipH="1" flipV="1">
            <a:off x="0" y="2635625"/>
            <a:ext cx="6096000" cy="4222376"/>
          </a:xfrm>
          <a:custGeom>
            <a:avLst/>
            <a:gdLst>
              <a:gd name="connsiteX0" fmla="*/ 205979 w 3750760"/>
              <a:gd name="connsiteY0" fmla="*/ 0 h 2849969"/>
              <a:gd name="connsiteX1" fmla="*/ 240609 w 3750760"/>
              <a:gd name="connsiteY1" fmla="*/ 2100 h 2849969"/>
              <a:gd name="connsiteX2" fmla="*/ 275347 w 3750760"/>
              <a:gd name="connsiteY2" fmla="*/ 4200 h 2849969"/>
              <a:gd name="connsiteX3" fmla="*/ 332379 w 3750760"/>
              <a:gd name="connsiteY3" fmla="*/ 12491 h 2849969"/>
              <a:gd name="connsiteX4" fmla="*/ 358893 w 3750760"/>
              <a:gd name="connsiteY4" fmla="*/ 18792 h 2849969"/>
              <a:gd name="connsiteX5" fmla="*/ 385406 w 3750760"/>
              <a:gd name="connsiteY5" fmla="*/ 24983 h 2849969"/>
              <a:gd name="connsiteX6" fmla="*/ 409864 w 3750760"/>
              <a:gd name="connsiteY6" fmla="*/ 33384 h 2849969"/>
              <a:gd name="connsiteX7" fmla="*/ 432265 w 3750760"/>
              <a:gd name="connsiteY7" fmla="*/ 41675 h 2849969"/>
              <a:gd name="connsiteX8" fmla="*/ 452610 w 3750760"/>
              <a:gd name="connsiteY8" fmla="*/ 52066 h 2849969"/>
              <a:gd name="connsiteX9" fmla="*/ 473064 w 3750760"/>
              <a:gd name="connsiteY9" fmla="*/ 62568 h 2849969"/>
              <a:gd name="connsiteX10" fmla="*/ 493409 w 3750760"/>
              <a:gd name="connsiteY10" fmla="*/ 72959 h 2849969"/>
              <a:gd name="connsiteX11" fmla="*/ 511806 w 3750760"/>
              <a:gd name="connsiteY11" fmla="*/ 85451 h 2849969"/>
              <a:gd name="connsiteX12" fmla="*/ 528039 w 3750760"/>
              <a:gd name="connsiteY12" fmla="*/ 97943 h 2849969"/>
              <a:gd name="connsiteX13" fmla="*/ 544380 w 3750760"/>
              <a:gd name="connsiteY13" fmla="*/ 112534 h 2849969"/>
              <a:gd name="connsiteX14" fmla="*/ 575006 w 3750760"/>
              <a:gd name="connsiteY14" fmla="*/ 141608 h 2849969"/>
              <a:gd name="connsiteX15" fmla="*/ 601412 w 3750760"/>
              <a:gd name="connsiteY15" fmla="*/ 174992 h 2849969"/>
              <a:gd name="connsiteX16" fmla="*/ 625869 w 3750760"/>
              <a:gd name="connsiteY16" fmla="*/ 212467 h 2849969"/>
              <a:gd name="connsiteX17" fmla="*/ 646323 w 3750760"/>
              <a:gd name="connsiteY17" fmla="*/ 252042 h 2849969"/>
              <a:gd name="connsiteX18" fmla="*/ 664612 w 3750760"/>
              <a:gd name="connsiteY18" fmla="*/ 293607 h 2849969"/>
              <a:gd name="connsiteX19" fmla="*/ 680953 w 3750760"/>
              <a:gd name="connsiteY19" fmla="*/ 337383 h 2849969"/>
              <a:gd name="connsiteX20" fmla="*/ 695238 w 3750760"/>
              <a:gd name="connsiteY20" fmla="*/ 385249 h 2849969"/>
              <a:gd name="connsiteX21" fmla="*/ 709523 w 3750760"/>
              <a:gd name="connsiteY21" fmla="*/ 435215 h 2849969"/>
              <a:gd name="connsiteX22" fmla="*/ 721751 w 3750760"/>
              <a:gd name="connsiteY22" fmla="*/ 485182 h 2849969"/>
              <a:gd name="connsiteX23" fmla="*/ 733980 w 3750760"/>
              <a:gd name="connsiteY23" fmla="*/ 539349 h 2849969"/>
              <a:gd name="connsiteX24" fmla="*/ 778783 w 3750760"/>
              <a:gd name="connsiteY24" fmla="*/ 768398 h 2849969"/>
              <a:gd name="connsiteX25" fmla="*/ 805297 w 3750760"/>
              <a:gd name="connsiteY25" fmla="*/ 891214 h 2849969"/>
              <a:gd name="connsiteX26" fmla="*/ 821638 w 3750760"/>
              <a:gd name="connsiteY26" fmla="*/ 953672 h 2849969"/>
              <a:gd name="connsiteX27" fmla="*/ 839927 w 3750760"/>
              <a:gd name="connsiteY27" fmla="*/ 1016130 h 2849969"/>
              <a:gd name="connsiteX28" fmla="*/ 860380 w 3750760"/>
              <a:gd name="connsiteY28" fmla="*/ 1080688 h 2849969"/>
              <a:gd name="connsiteX29" fmla="*/ 882781 w 3750760"/>
              <a:gd name="connsiteY29" fmla="*/ 1143146 h 2849969"/>
              <a:gd name="connsiteX30" fmla="*/ 909295 w 3750760"/>
              <a:gd name="connsiteY30" fmla="*/ 1207704 h 2849969"/>
              <a:gd name="connsiteX31" fmla="*/ 937757 w 3750760"/>
              <a:gd name="connsiteY31" fmla="*/ 1272263 h 2849969"/>
              <a:gd name="connsiteX32" fmla="*/ 970439 w 3750760"/>
              <a:gd name="connsiteY32" fmla="*/ 1336821 h 2849969"/>
              <a:gd name="connsiteX33" fmla="*/ 1007125 w 3750760"/>
              <a:gd name="connsiteY33" fmla="*/ 1401379 h 2849969"/>
              <a:gd name="connsiteX34" fmla="*/ 1047816 w 3750760"/>
              <a:gd name="connsiteY34" fmla="*/ 1465937 h 2849969"/>
              <a:gd name="connsiteX35" fmla="*/ 1092727 w 3750760"/>
              <a:gd name="connsiteY35" fmla="*/ 1528395 h 2849969"/>
              <a:gd name="connsiteX36" fmla="*/ 1141642 w 3750760"/>
              <a:gd name="connsiteY36" fmla="*/ 1588753 h 2849969"/>
              <a:gd name="connsiteX37" fmla="*/ 1188501 w 3750760"/>
              <a:gd name="connsiteY37" fmla="*/ 1645020 h 2849969"/>
              <a:gd name="connsiteX38" fmla="*/ 1235360 w 3750760"/>
              <a:gd name="connsiteY38" fmla="*/ 1694987 h 2849969"/>
              <a:gd name="connsiteX39" fmla="*/ 1282327 w 3750760"/>
              <a:gd name="connsiteY39" fmla="*/ 1742853 h 2849969"/>
              <a:gd name="connsiteX40" fmla="*/ 1329186 w 3750760"/>
              <a:gd name="connsiteY40" fmla="*/ 1784528 h 2849969"/>
              <a:gd name="connsiteX41" fmla="*/ 1378101 w 3750760"/>
              <a:gd name="connsiteY41" fmla="*/ 1822003 h 2849969"/>
              <a:gd name="connsiteX42" fmla="*/ 1424960 w 3750760"/>
              <a:gd name="connsiteY42" fmla="*/ 1855277 h 2849969"/>
              <a:gd name="connsiteX43" fmla="*/ 1471818 w 3750760"/>
              <a:gd name="connsiteY43" fmla="*/ 1884461 h 2849969"/>
              <a:gd name="connsiteX44" fmla="*/ 1518786 w 3750760"/>
              <a:gd name="connsiteY44" fmla="*/ 1911544 h 2849969"/>
              <a:gd name="connsiteX45" fmla="*/ 1567701 w 3750760"/>
              <a:gd name="connsiteY45" fmla="*/ 1934427 h 2849969"/>
              <a:gd name="connsiteX46" fmla="*/ 1614559 w 3750760"/>
              <a:gd name="connsiteY46" fmla="*/ 1955210 h 2849969"/>
              <a:gd name="connsiteX47" fmla="*/ 1663475 w 3750760"/>
              <a:gd name="connsiteY47" fmla="*/ 1974002 h 2849969"/>
              <a:gd name="connsiteX48" fmla="*/ 1712390 w 3750760"/>
              <a:gd name="connsiteY48" fmla="*/ 1988594 h 2849969"/>
              <a:gd name="connsiteX49" fmla="*/ 1763361 w 3750760"/>
              <a:gd name="connsiteY49" fmla="*/ 2001086 h 2849969"/>
              <a:gd name="connsiteX50" fmla="*/ 1814332 w 3750760"/>
              <a:gd name="connsiteY50" fmla="*/ 2011477 h 2849969"/>
              <a:gd name="connsiteX51" fmla="*/ 1865303 w 3750760"/>
              <a:gd name="connsiteY51" fmla="*/ 2019768 h 2849969"/>
              <a:gd name="connsiteX52" fmla="*/ 1916275 w 3750760"/>
              <a:gd name="connsiteY52" fmla="*/ 2026069 h 2849969"/>
              <a:gd name="connsiteX53" fmla="*/ 1969194 w 3750760"/>
              <a:gd name="connsiteY53" fmla="*/ 2032260 h 2849969"/>
              <a:gd name="connsiteX54" fmla="*/ 2077305 w 3750760"/>
              <a:gd name="connsiteY54" fmla="*/ 2038561 h 2849969"/>
              <a:gd name="connsiteX55" fmla="*/ 2189420 w 3750760"/>
              <a:gd name="connsiteY55" fmla="*/ 2042651 h 2849969"/>
              <a:gd name="connsiteX56" fmla="*/ 2305539 w 3750760"/>
              <a:gd name="connsiteY56" fmla="*/ 2044751 h 2849969"/>
              <a:gd name="connsiteX57" fmla="*/ 2427826 w 3750760"/>
              <a:gd name="connsiteY57" fmla="*/ 2046852 h 2849969"/>
              <a:gd name="connsiteX58" fmla="*/ 2556283 w 3750760"/>
              <a:gd name="connsiteY58" fmla="*/ 2053153 h 2849969"/>
              <a:gd name="connsiteX59" fmla="*/ 2690799 w 3750760"/>
              <a:gd name="connsiteY59" fmla="*/ 2061444 h 2849969"/>
              <a:gd name="connsiteX60" fmla="*/ 2760168 w 3750760"/>
              <a:gd name="connsiteY60" fmla="*/ 2067745 h 2849969"/>
              <a:gd name="connsiteX61" fmla="*/ 2831484 w 3750760"/>
              <a:gd name="connsiteY61" fmla="*/ 2073935 h 2849969"/>
              <a:gd name="connsiteX62" fmla="*/ 2902800 w 3750760"/>
              <a:gd name="connsiteY62" fmla="*/ 2086427 h 2849969"/>
              <a:gd name="connsiteX63" fmla="*/ 2970113 w 3750760"/>
              <a:gd name="connsiteY63" fmla="*/ 2101019 h 2849969"/>
              <a:gd name="connsiteX64" fmla="*/ 3035369 w 3750760"/>
              <a:gd name="connsiteY64" fmla="*/ 2119701 h 2849969"/>
              <a:gd name="connsiteX65" fmla="*/ 3096513 w 3750760"/>
              <a:gd name="connsiteY65" fmla="*/ 2142694 h 2849969"/>
              <a:gd name="connsiteX66" fmla="*/ 3153544 w 3750760"/>
              <a:gd name="connsiteY66" fmla="*/ 2167677 h 2849969"/>
              <a:gd name="connsiteX67" fmla="*/ 3208628 w 3750760"/>
              <a:gd name="connsiteY67" fmla="*/ 2196751 h 2849969"/>
              <a:gd name="connsiteX68" fmla="*/ 3261547 w 3750760"/>
              <a:gd name="connsiteY68" fmla="*/ 2228035 h 2849969"/>
              <a:gd name="connsiteX69" fmla="*/ 3310462 w 3750760"/>
              <a:gd name="connsiteY69" fmla="*/ 2261309 h 2849969"/>
              <a:gd name="connsiteX70" fmla="*/ 3357429 w 3750760"/>
              <a:gd name="connsiteY70" fmla="*/ 2296683 h 2849969"/>
              <a:gd name="connsiteX71" fmla="*/ 3400176 w 3750760"/>
              <a:gd name="connsiteY71" fmla="*/ 2336259 h 2849969"/>
              <a:gd name="connsiteX72" fmla="*/ 3440974 w 3750760"/>
              <a:gd name="connsiteY72" fmla="*/ 2373733 h 2849969"/>
              <a:gd name="connsiteX73" fmla="*/ 3479717 w 3750760"/>
              <a:gd name="connsiteY73" fmla="*/ 2415409 h 2849969"/>
              <a:gd name="connsiteX74" fmla="*/ 3516403 w 3750760"/>
              <a:gd name="connsiteY74" fmla="*/ 2457084 h 2849969"/>
              <a:gd name="connsiteX75" fmla="*/ 3551033 w 3750760"/>
              <a:gd name="connsiteY75" fmla="*/ 2498760 h 2849969"/>
              <a:gd name="connsiteX76" fmla="*/ 3581659 w 3750760"/>
              <a:gd name="connsiteY76" fmla="*/ 2540325 h 2849969"/>
              <a:gd name="connsiteX77" fmla="*/ 3610121 w 3750760"/>
              <a:gd name="connsiteY77" fmla="*/ 2582000 h 2849969"/>
              <a:gd name="connsiteX78" fmla="*/ 3636635 w 3750760"/>
              <a:gd name="connsiteY78" fmla="*/ 2623676 h 2849969"/>
              <a:gd name="connsiteX79" fmla="*/ 3661092 w 3750760"/>
              <a:gd name="connsiteY79" fmla="*/ 2665241 h 2849969"/>
              <a:gd name="connsiteX80" fmla="*/ 3683494 w 3750760"/>
              <a:gd name="connsiteY80" fmla="*/ 2706916 h 2849969"/>
              <a:gd name="connsiteX81" fmla="*/ 3703947 w 3750760"/>
              <a:gd name="connsiteY81" fmla="*/ 2746491 h 2849969"/>
              <a:gd name="connsiteX82" fmla="*/ 3738577 w 3750760"/>
              <a:gd name="connsiteY82" fmla="*/ 2819340 h 2849969"/>
              <a:gd name="connsiteX83" fmla="*/ 3750760 w 3750760"/>
              <a:gd name="connsiteY83" fmla="*/ 2849969 h 2849969"/>
              <a:gd name="connsiteX84" fmla="*/ 0 w 3750760"/>
              <a:gd name="connsiteY84" fmla="*/ 2849969 h 2849969"/>
              <a:gd name="connsiteX85" fmla="*/ 0 w 3750760"/>
              <a:gd name="connsiteY85" fmla="*/ 39317 h 2849969"/>
              <a:gd name="connsiteX86" fmla="*/ 8262 w 3750760"/>
              <a:gd name="connsiteY86" fmla="*/ 35485 h 2849969"/>
              <a:gd name="connsiteX87" fmla="*/ 32720 w 3750760"/>
              <a:gd name="connsiteY87" fmla="*/ 27083 h 2849969"/>
              <a:gd name="connsiteX88" fmla="*/ 59234 w 3750760"/>
              <a:gd name="connsiteY88" fmla="*/ 18792 h 2849969"/>
              <a:gd name="connsiteX89" fmla="*/ 85747 w 3750760"/>
              <a:gd name="connsiteY89" fmla="*/ 12491 h 2849969"/>
              <a:gd name="connsiteX90" fmla="*/ 114317 w 3750760"/>
              <a:gd name="connsiteY90" fmla="*/ 6301 h 2849969"/>
              <a:gd name="connsiteX91" fmla="*/ 144835 w 3750760"/>
              <a:gd name="connsiteY91" fmla="*/ 4200 h 2849969"/>
              <a:gd name="connsiteX92" fmla="*/ 175461 w 3750760"/>
              <a:gd name="connsiteY92" fmla="*/ 2100 h 2849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750760" h="2849969">
                <a:moveTo>
                  <a:pt x="205979" y="0"/>
                </a:moveTo>
                <a:lnTo>
                  <a:pt x="240609" y="2100"/>
                </a:lnTo>
                <a:lnTo>
                  <a:pt x="275347" y="4200"/>
                </a:lnTo>
                <a:lnTo>
                  <a:pt x="332379" y="12491"/>
                </a:lnTo>
                <a:lnTo>
                  <a:pt x="358893" y="18792"/>
                </a:lnTo>
                <a:lnTo>
                  <a:pt x="385406" y="24983"/>
                </a:lnTo>
                <a:lnTo>
                  <a:pt x="409864" y="33384"/>
                </a:lnTo>
                <a:lnTo>
                  <a:pt x="432265" y="41675"/>
                </a:lnTo>
                <a:lnTo>
                  <a:pt x="452610" y="52066"/>
                </a:lnTo>
                <a:lnTo>
                  <a:pt x="473064" y="62568"/>
                </a:lnTo>
                <a:lnTo>
                  <a:pt x="493409" y="72959"/>
                </a:lnTo>
                <a:lnTo>
                  <a:pt x="511806" y="85451"/>
                </a:lnTo>
                <a:lnTo>
                  <a:pt x="528039" y="97943"/>
                </a:lnTo>
                <a:lnTo>
                  <a:pt x="544380" y="112534"/>
                </a:lnTo>
                <a:lnTo>
                  <a:pt x="575006" y="141608"/>
                </a:lnTo>
                <a:lnTo>
                  <a:pt x="601412" y="174992"/>
                </a:lnTo>
                <a:lnTo>
                  <a:pt x="625869" y="212467"/>
                </a:lnTo>
                <a:lnTo>
                  <a:pt x="646323" y="252042"/>
                </a:lnTo>
                <a:lnTo>
                  <a:pt x="664612" y="293607"/>
                </a:lnTo>
                <a:lnTo>
                  <a:pt x="680953" y="337383"/>
                </a:lnTo>
                <a:lnTo>
                  <a:pt x="695238" y="385249"/>
                </a:lnTo>
                <a:lnTo>
                  <a:pt x="709523" y="435215"/>
                </a:lnTo>
                <a:lnTo>
                  <a:pt x="721751" y="485182"/>
                </a:lnTo>
                <a:lnTo>
                  <a:pt x="733980" y="539349"/>
                </a:lnTo>
                <a:lnTo>
                  <a:pt x="778783" y="768398"/>
                </a:lnTo>
                <a:lnTo>
                  <a:pt x="805297" y="891214"/>
                </a:lnTo>
                <a:lnTo>
                  <a:pt x="821638" y="953672"/>
                </a:lnTo>
                <a:lnTo>
                  <a:pt x="839927" y="1016130"/>
                </a:lnTo>
                <a:lnTo>
                  <a:pt x="860380" y="1080688"/>
                </a:lnTo>
                <a:lnTo>
                  <a:pt x="882781" y="1143146"/>
                </a:lnTo>
                <a:lnTo>
                  <a:pt x="909295" y="1207704"/>
                </a:lnTo>
                <a:lnTo>
                  <a:pt x="937757" y="1272263"/>
                </a:lnTo>
                <a:lnTo>
                  <a:pt x="970439" y="1336821"/>
                </a:lnTo>
                <a:lnTo>
                  <a:pt x="1007125" y="1401379"/>
                </a:lnTo>
                <a:lnTo>
                  <a:pt x="1047816" y="1465937"/>
                </a:lnTo>
                <a:lnTo>
                  <a:pt x="1092727" y="1528395"/>
                </a:lnTo>
                <a:lnTo>
                  <a:pt x="1141642" y="1588753"/>
                </a:lnTo>
                <a:lnTo>
                  <a:pt x="1188501" y="1645020"/>
                </a:lnTo>
                <a:lnTo>
                  <a:pt x="1235360" y="1694987"/>
                </a:lnTo>
                <a:lnTo>
                  <a:pt x="1282327" y="1742853"/>
                </a:lnTo>
                <a:lnTo>
                  <a:pt x="1329186" y="1784528"/>
                </a:lnTo>
                <a:lnTo>
                  <a:pt x="1378101" y="1822003"/>
                </a:lnTo>
                <a:lnTo>
                  <a:pt x="1424960" y="1855277"/>
                </a:lnTo>
                <a:lnTo>
                  <a:pt x="1471818" y="1884461"/>
                </a:lnTo>
                <a:lnTo>
                  <a:pt x="1518786" y="1911544"/>
                </a:lnTo>
                <a:lnTo>
                  <a:pt x="1567701" y="1934427"/>
                </a:lnTo>
                <a:lnTo>
                  <a:pt x="1614559" y="1955210"/>
                </a:lnTo>
                <a:lnTo>
                  <a:pt x="1663475" y="1974002"/>
                </a:lnTo>
                <a:lnTo>
                  <a:pt x="1712390" y="1988594"/>
                </a:lnTo>
                <a:lnTo>
                  <a:pt x="1763361" y="2001086"/>
                </a:lnTo>
                <a:lnTo>
                  <a:pt x="1814332" y="2011477"/>
                </a:lnTo>
                <a:lnTo>
                  <a:pt x="1865303" y="2019768"/>
                </a:lnTo>
                <a:lnTo>
                  <a:pt x="1916275" y="2026069"/>
                </a:lnTo>
                <a:lnTo>
                  <a:pt x="1969194" y="2032260"/>
                </a:lnTo>
                <a:lnTo>
                  <a:pt x="2077305" y="2038561"/>
                </a:lnTo>
                <a:lnTo>
                  <a:pt x="2189420" y="2042651"/>
                </a:lnTo>
                <a:lnTo>
                  <a:pt x="2305539" y="2044751"/>
                </a:lnTo>
                <a:lnTo>
                  <a:pt x="2427826" y="2046852"/>
                </a:lnTo>
                <a:lnTo>
                  <a:pt x="2556283" y="2053153"/>
                </a:lnTo>
                <a:lnTo>
                  <a:pt x="2690799" y="2061444"/>
                </a:lnTo>
                <a:lnTo>
                  <a:pt x="2760168" y="2067745"/>
                </a:lnTo>
                <a:lnTo>
                  <a:pt x="2831484" y="2073935"/>
                </a:lnTo>
                <a:lnTo>
                  <a:pt x="2902800" y="2086427"/>
                </a:lnTo>
                <a:lnTo>
                  <a:pt x="2970113" y="2101019"/>
                </a:lnTo>
                <a:lnTo>
                  <a:pt x="3035369" y="2119701"/>
                </a:lnTo>
                <a:lnTo>
                  <a:pt x="3096513" y="2142694"/>
                </a:lnTo>
                <a:lnTo>
                  <a:pt x="3153544" y="2167677"/>
                </a:lnTo>
                <a:lnTo>
                  <a:pt x="3208628" y="2196751"/>
                </a:lnTo>
                <a:lnTo>
                  <a:pt x="3261547" y="2228035"/>
                </a:lnTo>
                <a:lnTo>
                  <a:pt x="3310462" y="2261309"/>
                </a:lnTo>
                <a:lnTo>
                  <a:pt x="3357429" y="2296683"/>
                </a:lnTo>
                <a:lnTo>
                  <a:pt x="3400176" y="2336259"/>
                </a:lnTo>
                <a:lnTo>
                  <a:pt x="3440974" y="2373733"/>
                </a:lnTo>
                <a:lnTo>
                  <a:pt x="3479717" y="2415409"/>
                </a:lnTo>
                <a:lnTo>
                  <a:pt x="3516403" y="2457084"/>
                </a:lnTo>
                <a:lnTo>
                  <a:pt x="3551033" y="2498760"/>
                </a:lnTo>
                <a:lnTo>
                  <a:pt x="3581659" y="2540325"/>
                </a:lnTo>
                <a:lnTo>
                  <a:pt x="3610121" y="2582000"/>
                </a:lnTo>
                <a:lnTo>
                  <a:pt x="3636635" y="2623676"/>
                </a:lnTo>
                <a:lnTo>
                  <a:pt x="3661092" y="2665241"/>
                </a:lnTo>
                <a:lnTo>
                  <a:pt x="3683494" y="2706916"/>
                </a:lnTo>
                <a:lnTo>
                  <a:pt x="3703947" y="2746491"/>
                </a:lnTo>
                <a:lnTo>
                  <a:pt x="3738577" y="2819340"/>
                </a:lnTo>
                <a:lnTo>
                  <a:pt x="3750760" y="2849969"/>
                </a:lnTo>
                <a:lnTo>
                  <a:pt x="0" y="2849969"/>
                </a:lnTo>
                <a:lnTo>
                  <a:pt x="0" y="39317"/>
                </a:lnTo>
                <a:lnTo>
                  <a:pt x="8262" y="35485"/>
                </a:lnTo>
                <a:lnTo>
                  <a:pt x="32720" y="27083"/>
                </a:lnTo>
                <a:lnTo>
                  <a:pt x="59234" y="18792"/>
                </a:lnTo>
                <a:lnTo>
                  <a:pt x="85747" y="12491"/>
                </a:lnTo>
                <a:lnTo>
                  <a:pt x="114317" y="6301"/>
                </a:lnTo>
                <a:lnTo>
                  <a:pt x="144835" y="4200"/>
                </a:lnTo>
                <a:lnTo>
                  <a:pt x="175461" y="2100"/>
                </a:lnTo>
                <a:close/>
              </a:path>
            </a:pathLst>
          </a:custGeom>
          <a:gradFill flip="none" rotWithShape="1">
            <a:gsLst>
              <a:gs pos="0">
                <a:srgbClr val="727365">
                  <a:alpha val="15000"/>
                </a:srgbClr>
              </a:gs>
              <a:gs pos="48000">
                <a:srgbClr val="2F372F">
                  <a:alpha val="5000"/>
                </a:srgbClr>
              </a:gs>
              <a:gs pos="100000">
                <a:srgbClr val="221F2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椭圆 13">
            <a:extLst>
              <a:ext uri="{FF2B5EF4-FFF2-40B4-BE49-F238E27FC236}">
                <a16:creationId xmlns:a16="http://schemas.microsoft.com/office/drawing/2014/main" id="{810F87BA-DAEB-2BC7-833A-22FD8E3684B1}"/>
              </a:ext>
            </a:extLst>
          </p:cNvPr>
          <p:cNvSpPr/>
          <p:nvPr userDrawn="1"/>
        </p:nvSpPr>
        <p:spPr>
          <a:xfrm>
            <a:off x="10786100" y="120878"/>
            <a:ext cx="1004208" cy="1004208"/>
          </a:xfrm>
          <a:prstGeom prst="ellipse">
            <a:avLst/>
          </a:prstGeom>
          <a:gradFill flip="none" rotWithShape="1">
            <a:gsLst>
              <a:gs pos="0">
                <a:schemeClr val="accent2">
                  <a:alpha val="25000"/>
                </a:schemeClr>
              </a:gs>
              <a:gs pos="59000">
                <a:schemeClr val="accent1">
                  <a:alpha val="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30">
            <a:extLst>
              <a:ext uri="{FF2B5EF4-FFF2-40B4-BE49-F238E27FC236}">
                <a16:creationId xmlns:a16="http://schemas.microsoft.com/office/drawing/2014/main" id="{EDEDEC58-47FE-2389-503D-AD416C4074C3}"/>
              </a:ext>
            </a:extLst>
          </p:cNvPr>
          <p:cNvSpPr/>
          <p:nvPr userDrawn="1"/>
        </p:nvSpPr>
        <p:spPr>
          <a:xfrm>
            <a:off x="57944" y="6347155"/>
            <a:ext cx="431800" cy="431800"/>
          </a:xfrm>
          <a:prstGeom prst="ellipse">
            <a:avLst/>
          </a:prstGeom>
          <a:gradFill flip="none" rotWithShape="1">
            <a:gsLst>
              <a:gs pos="75000">
                <a:schemeClr val="accent2">
                  <a:alpha val="0"/>
                </a:schemeClr>
              </a:gs>
              <a:gs pos="20000">
                <a:schemeClr val="accent1">
                  <a:alpha val="15000"/>
                </a:schemeClr>
              </a:gs>
              <a:gs pos="0">
                <a:schemeClr val="accent1">
                  <a:alpha val="2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Group 11">
            <a:extLst>
              <a:ext uri="{FF2B5EF4-FFF2-40B4-BE49-F238E27FC236}">
                <a16:creationId xmlns:a16="http://schemas.microsoft.com/office/drawing/2014/main" id="{FF0650B8-D5D9-9FAD-B943-C6989ED564BC}"/>
              </a:ext>
            </a:extLst>
          </p:cNvPr>
          <p:cNvGrpSpPr/>
          <p:nvPr userDrawn="1"/>
        </p:nvGrpSpPr>
        <p:grpSpPr>
          <a:xfrm>
            <a:off x="-1320981" y="283065"/>
            <a:ext cx="4116183" cy="4734617"/>
            <a:chOff x="-1320981" y="283065"/>
            <a:chExt cx="4116183" cy="4734617"/>
          </a:xfrm>
          <a:solidFill>
            <a:srgbClr val="FFCC01">
              <a:alpha val="12000"/>
            </a:srgbClr>
          </a:solidFill>
        </p:grpSpPr>
        <p:sp>
          <p:nvSpPr>
            <p:cNvPr id="13" name="Oval 12">
              <a:extLst>
                <a:ext uri="{FF2B5EF4-FFF2-40B4-BE49-F238E27FC236}">
                  <a16:creationId xmlns:a16="http://schemas.microsoft.com/office/drawing/2014/main" id="{F825FCFA-8E7A-1160-E5DC-5E22978326A7}"/>
                </a:ext>
              </a:extLst>
            </p:cNvPr>
            <p:cNvSpPr/>
            <p:nvPr/>
          </p:nvSpPr>
          <p:spPr>
            <a:xfrm>
              <a:off x="-1320981" y="283065"/>
              <a:ext cx="3723712" cy="3771890"/>
            </a:xfrm>
            <a:prstGeom prst="ellipse">
              <a:avLst/>
            </a:prstGeom>
            <a:grpFill/>
            <a:ln>
              <a:noFill/>
            </a:ln>
            <a:effectLst>
              <a:glow rad="1384300">
                <a:schemeClr val="accent1">
                  <a:alpha val="0"/>
                </a:schemeClr>
              </a:glow>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64D844A-711F-57EA-E6B7-FD6AFA0E45DC}"/>
                </a:ext>
              </a:extLst>
            </p:cNvPr>
            <p:cNvSpPr/>
            <p:nvPr/>
          </p:nvSpPr>
          <p:spPr>
            <a:xfrm>
              <a:off x="-928510" y="1245792"/>
              <a:ext cx="3723712" cy="3771890"/>
            </a:xfrm>
            <a:prstGeom prst="ellipse">
              <a:avLst/>
            </a:prstGeom>
            <a:grpFill/>
            <a:ln>
              <a:noFill/>
            </a:ln>
            <a:effectLst>
              <a:glow rad="1384300">
                <a:schemeClr val="accent1">
                  <a:alpha val="0"/>
                </a:schemeClr>
              </a:glow>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18CAD6D7-B5CD-4AF7-A2A8-4B3455118D13}" type="datetime1">
              <a:rPr lang="en-US" smtClean="0"/>
              <a:t>12/22/25</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8" name="Rectangle 7">
            <a:extLst>
              <a:ext uri="{FF2B5EF4-FFF2-40B4-BE49-F238E27FC236}">
                <a16:creationId xmlns:a16="http://schemas.microsoft.com/office/drawing/2014/main" id="{1188B23C-DCD3-9B42-97A1-F789727EBE53}"/>
              </a:ext>
            </a:extLst>
          </p:cNvPr>
          <p:cNvSpPr/>
          <p:nvPr userDrawn="1"/>
        </p:nvSpPr>
        <p:spPr>
          <a:xfrm>
            <a:off x="223569" y="187223"/>
            <a:ext cx="11754932" cy="6375832"/>
          </a:xfrm>
          <a:prstGeom prst="rect">
            <a:avLst/>
          </a:prstGeom>
          <a:noFill/>
          <a:ln w="25400">
            <a:solidFill>
              <a:srgbClr val="FFD52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2" name="Group 1">
            <a:extLst>
              <a:ext uri="{FF2B5EF4-FFF2-40B4-BE49-F238E27FC236}">
                <a16:creationId xmlns:a16="http://schemas.microsoft.com/office/drawing/2014/main" id="{8C957F54-5316-253B-C167-8F1738A92BC9}"/>
              </a:ext>
            </a:extLst>
          </p:cNvPr>
          <p:cNvGrpSpPr/>
          <p:nvPr userDrawn="1"/>
        </p:nvGrpSpPr>
        <p:grpSpPr>
          <a:xfrm rot="5400000">
            <a:off x="771082" y="-634131"/>
            <a:ext cx="316868" cy="1858177"/>
            <a:chOff x="195756" y="4999821"/>
            <a:chExt cx="316868" cy="1858177"/>
          </a:xfrm>
          <a:solidFill>
            <a:schemeClr val="bg1"/>
          </a:solidFill>
        </p:grpSpPr>
        <p:grpSp>
          <p:nvGrpSpPr>
            <p:cNvPr id="5" name="Group 4">
              <a:extLst>
                <a:ext uri="{FF2B5EF4-FFF2-40B4-BE49-F238E27FC236}">
                  <a16:creationId xmlns:a16="http://schemas.microsoft.com/office/drawing/2014/main" id="{33BC1788-B522-3D3B-5DF4-D55CFB5E8792}"/>
                </a:ext>
              </a:extLst>
            </p:cNvPr>
            <p:cNvGrpSpPr/>
            <p:nvPr/>
          </p:nvGrpSpPr>
          <p:grpSpPr>
            <a:xfrm rot="16200000">
              <a:off x="-435383" y="5681659"/>
              <a:ext cx="1579154" cy="215478"/>
              <a:chOff x="684935" y="6087595"/>
              <a:chExt cx="1579154" cy="215478"/>
            </a:xfrm>
            <a:grpFill/>
            <a:effectLst/>
          </p:grpSpPr>
          <p:sp>
            <p:nvSpPr>
              <p:cNvPr id="7" name="TextBox 6">
                <a:extLst>
                  <a:ext uri="{FF2B5EF4-FFF2-40B4-BE49-F238E27FC236}">
                    <a16:creationId xmlns:a16="http://schemas.microsoft.com/office/drawing/2014/main" id="{47FA98CE-1003-86AC-B52F-899606E23756}"/>
                  </a:ext>
                </a:extLst>
              </p:cNvPr>
              <p:cNvSpPr txBox="1"/>
              <p:nvPr/>
            </p:nvSpPr>
            <p:spPr>
              <a:xfrm>
                <a:off x="684935" y="6087595"/>
                <a:ext cx="543739" cy="215444"/>
              </a:xfrm>
              <a:prstGeom prst="rect">
                <a:avLst/>
              </a:prstGeom>
              <a:noFill/>
              <a:effectLst/>
            </p:spPr>
            <p:txBody>
              <a:bodyPr wrap="none" rtlCol="0">
                <a:spAutoFit/>
              </a:bodyPr>
              <a:lstStyle/>
              <a:p>
                <a:r>
                  <a:rPr lang="id-ID" sz="800" b="1" spc="300">
                    <a:solidFill>
                      <a:schemeClr val="tx1"/>
                    </a:solidFill>
                    <a:latin typeface="US Army" panose="020B0506030202020204" pitchFamily="34" charset="0"/>
                    <a:cs typeface="Poppins" panose="00000500000000000000" pitchFamily="2" charset="0"/>
                  </a:rPr>
                  <a:t>202</a:t>
                </a:r>
                <a:r>
                  <a:rPr lang="en-ID" sz="800" b="1" spc="300">
                    <a:solidFill>
                      <a:schemeClr val="tx1"/>
                    </a:solidFill>
                    <a:latin typeface="US Army" panose="020B0506030202020204" pitchFamily="34" charset="0"/>
                    <a:cs typeface="Poppins" panose="00000500000000000000" pitchFamily="2" charset="0"/>
                  </a:rPr>
                  <a:t>5</a:t>
                </a:r>
                <a:endParaRPr lang="id-ID" sz="800" b="1" spc="300">
                  <a:solidFill>
                    <a:schemeClr val="tx1"/>
                  </a:solidFill>
                  <a:latin typeface="US Army" panose="020B0506030202020204" pitchFamily="34" charset="0"/>
                  <a:cs typeface="Poppins" panose="00000500000000000000" pitchFamily="2" charset="0"/>
                </a:endParaRPr>
              </a:p>
            </p:txBody>
          </p:sp>
          <p:cxnSp>
            <p:nvCxnSpPr>
              <p:cNvPr id="9" name="Straight Connector 8">
                <a:extLst>
                  <a:ext uri="{FF2B5EF4-FFF2-40B4-BE49-F238E27FC236}">
                    <a16:creationId xmlns:a16="http://schemas.microsoft.com/office/drawing/2014/main" id="{9DB4EC05-8274-E655-BEA1-6707FEB938FC}"/>
                  </a:ext>
                </a:extLst>
              </p:cNvPr>
              <p:cNvCxnSpPr>
                <a:cxnSpLocks/>
              </p:cNvCxnSpPr>
              <p:nvPr/>
            </p:nvCxnSpPr>
            <p:spPr>
              <a:xfrm>
                <a:off x="1266620" y="6195317"/>
                <a:ext cx="258883" cy="0"/>
              </a:xfrm>
              <a:prstGeom prst="line">
                <a:avLst/>
              </a:prstGeom>
              <a:grpFill/>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5B13FA4-AC7C-6FA8-5C74-F268D3829C56}"/>
                  </a:ext>
                </a:extLst>
              </p:cNvPr>
              <p:cNvSpPr txBox="1"/>
              <p:nvPr/>
            </p:nvSpPr>
            <p:spPr>
              <a:xfrm>
                <a:off x="1734777" y="6087629"/>
                <a:ext cx="529312" cy="215444"/>
              </a:xfrm>
              <a:prstGeom prst="rect">
                <a:avLst/>
              </a:prstGeom>
              <a:noFill/>
              <a:effectLst/>
            </p:spPr>
            <p:txBody>
              <a:bodyPr wrap="none" rtlCol="0">
                <a:spAutoFit/>
              </a:bodyPr>
              <a:lstStyle/>
              <a:p>
                <a:r>
                  <a:rPr lang="en-US" sz="800" spc="300">
                    <a:solidFill>
                      <a:schemeClr val="tx1"/>
                    </a:solidFill>
                    <a:latin typeface="US Army" panose="020B0506030202020204" pitchFamily="34" charset="0"/>
                    <a:cs typeface="Poppins" panose="00000500000000000000" pitchFamily="2" charset="0"/>
                  </a:rPr>
                  <a:t>AI2C</a:t>
                </a:r>
                <a:endParaRPr lang="id-ID" sz="800" spc="300">
                  <a:solidFill>
                    <a:schemeClr val="tx1"/>
                  </a:solidFill>
                  <a:latin typeface="US Army" panose="020B0506030202020204" pitchFamily="34" charset="0"/>
                  <a:cs typeface="Poppins" panose="00000500000000000000" pitchFamily="2" charset="0"/>
                </a:endParaRPr>
              </a:p>
            </p:txBody>
          </p:sp>
        </p:grpSp>
        <p:sp>
          <p:nvSpPr>
            <p:cNvPr id="6" name="Freeform: Shape 5">
              <a:extLst>
                <a:ext uri="{FF2B5EF4-FFF2-40B4-BE49-F238E27FC236}">
                  <a16:creationId xmlns:a16="http://schemas.microsoft.com/office/drawing/2014/main" id="{3C01EA95-FD84-1191-32A5-ED55B42FA502}"/>
                </a:ext>
              </a:extLst>
            </p:cNvPr>
            <p:cNvSpPr/>
            <p:nvPr/>
          </p:nvSpPr>
          <p:spPr>
            <a:xfrm rot="10800000">
              <a:off x="195756" y="6699563"/>
              <a:ext cx="316868" cy="158435"/>
            </a:xfrm>
            <a:custGeom>
              <a:avLst/>
              <a:gdLst>
                <a:gd name="connsiteX0" fmla="*/ 0 w 388388"/>
                <a:gd name="connsiteY0" fmla="*/ 0 h 194195"/>
                <a:gd name="connsiteX1" fmla="*/ 388388 w 388388"/>
                <a:gd name="connsiteY1" fmla="*/ 0 h 194195"/>
                <a:gd name="connsiteX2" fmla="*/ 388388 w 388388"/>
                <a:gd name="connsiteY2" fmla="*/ 1 h 194195"/>
                <a:gd name="connsiteX3" fmla="*/ 194194 w 388388"/>
                <a:gd name="connsiteY3" fmla="*/ 194195 h 194195"/>
                <a:gd name="connsiteX4" fmla="*/ 0 w 388388"/>
                <a:gd name="connsiteY4" fmla="*/ 1 h 19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388" h="194195">
                  <a:moveTo>
                    <a:pt x="0" y="0"/>
                  </a:moveTo>
                  <a:lnTo>
                    <a:pt x="388388" y="0"/>
                  </a:lnTo>
                  <a:lnTo>
                    <a:pt x="388388" y="1"/>
                  </a:lnTo>
                  <a:cubicBezTo>
                    <a:pt x="388388" y="107251"/>
                    <a:pt x="301444" y="194195"/>
                    <a:pt x="194194" y="194195"/>
                  </a:cubicBezTo>
                  <a:cubicBezTo>
                    <a:pt x="86944" y="194195"/>
                    <a:pt x="0" y="107251"/>
                    <a:pt x="0" y="1"/>
                  </a:cubicBezTo>
                  <a:close/>
                </a:path>
              </a:pathLst>
            </a:custGeom>
            <a:solidFill>
              <a:srgbClr val="FFD52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spTree>
    <p:extLst>
      <p:ext uri="{BB962C8B-B14F-4D97-AF65-F5344CB8AC3E}">
        <p14:creationId xmlns:p14="http://schemas.microsoft.com/office/powerpoint/2010/main" val="31405671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3.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21F2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33"/>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dirty="0"/>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bg2"/>
                </a:solidFill>
              </a:defRPr>
            </a:lvl1pPr>
          </a:lstStyle>
          <a:p>
            <a:fld id="{6034C8CE-AABE-4058-91FF-4CFE20A16D1E}" type="datetimeFigureOut">
              <a:rPr lang="en-US" smtClean="0"/>
              <a:pPr/>
              <a:t>12/22/25</a:t>
            </a:fld>
            <a:endParaRPr lang="en-US" dirty="0"/>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3DFC8E38-E454-47DC-8E57-EA7C113E253C}" type="slidenum">
              <a:rPr lang="en-US" smtClean="0"/>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34"/>
          <a:stretch>
            <a:fillRect/>
          </a:stretch>
        </p:blipFill>
        <p:spPr>
          <a:xfrm>
            <a:off x="9926020" y="424087"/>
            <a:ext cx="502494" cy="477704"/>
          </a:xfrm>
          <a:prstGeom prst="rect">
            <a:avLst/>
          </a:prstGeom>
        </p:spPr>
      </p:pic>
      <p:pic>
        <p:nvPicPr>
          <p:cNvPr id="4" name="Picture 3">
            <a:extLst>
              <a:ext uri="{FF2B5EF4-FFF2-40B4-BE49-F238E27FC236}">
                <a16:creationId xmlns:a16="http://schemas.microsoft.com/office/drawing/2014/main" id="{644D9B3F-2890-0486-8DB5-019DE7EA827F}"/>
              </a:ext>
            </a:extLst>
          </p:cNvPr>
          <p:cNvPicPr>
            <a:picLocks noChangeAspect="1"/>
          </p:cNvPicPr>
          <p:nvPr userDrawn="1"/>
        </p:nvPicPr>
        <p:blipFill>
          <a:blip r:embed="rId35"/>
          <a:srcRect/>
          <a:stretch/>
        </p:blipFill>
        <p:spPr>
          <a:xfrm>
            <a:off x="10004616" y="411162"/>
            <a:ext cx="1629707" cy="478023"/>
          </a:xfrm>
          <a:prstGeom prst="rect">
            <a:avLst/>
          </a:prstGeom>
        </p:spPr>
      </p:pic>
    </p:spTree>
    <p:extLst>
      <p:ext uri="{BB962C8B-B14F-4D97-AF65-F5344CB8AC3E}">
        <p14:creationId xmlns:p14="http://schemas.microsoft.com/office/powerpoint/2010/main" val="4256708906"/>
      </p:ext>
    </p:extLst>
  </p:cSld>
  <p:clrMap bg1="lt1" tx1="dk1" bg2="lt2" tx2="dk2" accent1="accent1" accent2="accent2" accent3="accent3" accent4="accent4" accent5="accent5" accent6="accent6" hlink="hlink" folHlink="folHlink"/>
  <p:sldLayoutIdLst>
    <p:sldLayoutId id="2147483731" r:id="rId1"/>
    <p:sldLayoutId id="2147483733"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5" r:id="rId22"/>
    <p:sldLayoutId id="2147483756" r:id="rId23"/>
    <p:sldLayoutId id="2147483757" r:id="rId24"/>
    <p:sldLayoutId id="2147483759" r:id="rId25"/>
    <p:sldLayoutId id="2147483760" r:id="rId26"/>
    <p:sldLayoutId id="2147483761" r:id="rId27"/>
    <p:sldLayoutId id="2147483762" r:id="rId28"/>
    <p:sldLayoutId id="2147483724" r:id="rId29"/>
    <p:sldLayoutId id="2147483726" r:id="rId30"/>
    <p:sldLayoutId id="2147483728" r:id="rId31"/>
  </p:sldLayoutIdLst>
  <p:txStyles>
    <p:titleStyle>
      <a:lvl1pPr algn="l" defTabSz="914400" rtl="0" eaLnBrk="1" latinLnBrk="0" hangingPunct="1">
        <a:lnSpc>
          <a:spcPct val="90000"/>
        </a:lnSpc>
        <a:spcBef>
          <a:spcPct val="0"/>
        </a:spcBef>
        <a:buNone/>
        <a:defRPr sz="3200" kern="1200" cap="all" baseline="0">
          <a:solidFill>
            <a:schemeClr val="bg2"/>
          </a:solidFill>
          <a:latin typeface="+mj-lt"/>
          <a:ea typeface="+mj-ea"/>
          <a:cs typeface="+mj-cs"/>
        </a:defRPr>
      </a:lvl1pPr>
    </p:titleStyle>
    <p:bodyStyle>
      <a:lvl1pPr marL="182880" indent="-182880" algn="l" defTabSz="914400" rtl="0" eaLnBrk="1" latinLnBrk="0" hangingPunct="1">
        <a:lnSpc>
          <a:spcPct val="95000"/>
        </a:lnSpc>
        <a:spcBef>
          <a:spcPts val="1000"/>
        </a:spcBef>
        <a:buClr>
          <a:schemeClr val="bg1"/>
        </a:buClr>
        <a:buFont typeface="Wingdings" pitchFamily="2" charset="2"/>
        <a:buChar char="§"/>
        <a:defRPr sz="1700" kern="1200">
          <a:solidFill>
            <a:schemeClr val="bg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solidFill>
                  <a:schemeClr val="tx2"/>
                </a:solidFill>
              </a:rPr>
              <a:t>22 December 2025</a:t>
            </a:fld>
            <a:endParaRPr lang="en-US" dirty="0">
              <a:solidFill>
                <a:schemeClr val="tx2"/>
              </a:solidFill>
            </a:endParaRPr>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4" name="Text Placeholder 3">
            <a:extLst>
              <a:ext uri="{FF2B5EF4-FFF2-40B4-BE49-F238E27FC236}">
                <a16:creationId xmlns:a16="http://schemas.microsoft.com/office/drawing/2014/main" id="{B80DEDE9-4858-4C27-B4C6-4C6F58108368}"/>
              </a:ext>
            </a:extLst>
          </p:cNvPr>
          <p:cNvSpPr>
            <a:spLocks noGrp="1"/>
          </p:cNvSpPr>
          <p:nvPr>
            <p:ph type="body" sz="quarter" idx="39"/>
          </p:nvPr>
        </p:nvSpPr>
        <p:spPr/>
        <p:txBody>
          <a:bodyPr/>
          <a:lstStyle/>
          <a:p>
            <a:endParaRPr lang="en-US"/>
          </a:p>
        </p:txBody>
      </p:sp>
      <p:sp>
        <p:nvSpPr>
          <p:cNvPr id="5" name="Text Placeholder 4">
            <a:extLst>
              <a:ext uri="{FF2B5EF4-FFF2-40B4-BE49-F238E27FC236}">
                <a16:creationId xmlns:a16="http://schemas.microsoft.com/office/drawing/2014/main" id="{7FE8D803-C316-B231-5C32-BF98564CBF6E}"/>
              </a:ext>
            </a:extLst>
          </p:cNvPr>
          <p:cNvSpPr>
            <a:spLocks noGrp="1"/>
          </p:cNvSpPr>
          <p:nvPr>
            <p:ph type="body" sz="quarter" idx="40"/>
          </p:nvPr>
        </p:nvSpPr>
        <p:spPr/>
        <p:txBody>
          <a:bodyPr/>
          <a:lstStyle/>
          <a:p>
            <a:endParaRPr lang="en-US"/>
          </a:p>
        </p:txBody>
      </p:sp>
      <p:sp>
        <p:nvSpPr>
          <p:cNvPr id="6" name="Text Placeholder 5">
            <a:extLst>
              <a:ext uri="{FF2B5EF4-FFF2-40B4-BE49-F238E27FC236}">
                <a16:creationId xmlns:a16="http://schemas.microsoft.com/office/drawing/2014/main" id="{0E7DFB44-CB5A-D055-D208-29292EB83BA8}"/>
              </a:ext>
            </a:extLst>
          </p:cNvPr>
          <p:cNvSpPr>
            <a:spLocks noGrp="1"/>
          </p:cNvSpPr>
          <p:nvPr>
            <p:ph type="body" sz="quarter" idx="41"/>
          </p:nvPr>
        </p:nvSpPr>
        <p:spPr/>
        <p:txBody>
          <a:bodyPr/>
          <a:lstStyle/>
          <a:p>
            <a:endParaRPr lang="en-US"/>
          </a:p>
        </p:txBody>
      </p:sp>
      <p:sp>
        <p:nvSpPr>
          <p:cNvPr id="7" name="Text Placeholder 6">
            <a:extLst>
              <a:ext uri="{FF2B5EF4-FFF2-40B4-BE49-F238E27FC236}">
                <a16:creationId xmlns:a16="http://schemas.microsoft.com/office/drawing/2014/main" id="{1E27A23D-1264-C18B-8704-3BB8D3DDA814}"/>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355E2838-989D-7DF0-B18F-588792413AF1}"/>
              </a:ext>
            </a:extLst>
          </p:cNvPr>
          <p:cNvSpPr>
            <a:spLocks noGrp="1"/>
          </p:cNvSpPr>
          <p:nvPr>
            <p:ph type="body" sz="quarter" idx="43"/>
          </p:nvPr>
        </p:nvSpPr>
        <p:spPr/>
        <p:txBody>
          <a:bodyPr/>
          <a:lstStyle/>
          <a:p>
            <a:endParaRPr lang="en-US"/>
          </a:p>
        </p:txBody>
      </p:sp>
      <p:sp>
        <p:nvSpPr>
          <p:cNvPr id="9" name="Text Placeholder 8">
            <a:extLst>
              <a:ext uri="{FF2B5EF4-FFF2-40B4-BE49-F238E27FC236}">
                <a16:creationId xmlns:a16="http://schemas.microsoft.com/office/drawing/2014/main" id="{A7B0621F-5C65-6818-0B88-534447F06CAF}"/>
              </a:ext>
            </a:extLst>
          </p:cNvPr>
          <p:cNvSpPr>
            <a:spLocks noGrp="1"/>
          </p:cNvSpPr>
          <p:nvPr>
            <p:ph type="body" sz="quarter" idx="44"/>
          </p:nvPr>
        </p:nvSpPr>
        <p:spPr/>
        <p:txBody>
          <a:bodyPr/>
          <a:lstStyle/>
          <a:p>
            <a:endParaRPr lang="en-US"/>
          </a:p>
        </p:txBody>
      </p:sp>
      <p:sp>
        <p:nvSpPr>
          <p:cNvPr id="10" name="Text Placeholder 9">
            <a:extLst>
              <a:ext uri="{FF2B5EF4-FFF2-40B4-BE49-F238E27FC236}">
                <a16:creationId xmlns:a16="http://schemas.microsoft.com/office/drawing/2014/main" id="{0CF84DC2-27D1-49EA-21F0-873B61A43794}"/>
              </a:ext>
            </a:extLst>
          </p:cNvPr>
          <p:cNvSpPr>
            <a:spLocks noGrp="1"/>
          </p:cNvSpPr>
          <p:nvPr>
            <p:ph type="body" sz="quarter" idx="45"/>
          </p:nvPr>
        </p:nvSpPr>
        <p:spPr/>
        <p:txBody>
          <a:bodyPr/>
          <a:lstStyle/>
          <a:p>
            <a:endParaRPr lang="en-US"/>
          </a:p>
        </p:txBody>
      </p:sp>
      <p:sp>
        <p:nvSpPr>
          <p:cNvPr id="11" name="Text Placeholder 10">
            <a:extLst>
              <a:ext uri="{FF2B5EF4-FFF2-40B4-BE49-F238E27FC236}">
                <a16:creationId xmlns:a16="http://schemas.microsoft.com/office/drawing/2014/main" id="{7AA21EBF-49CF-7D00-81EE-8DF3FE1242AE}"/>
              </a:ext>
            </a:extLst>
          </p:cNvPr>
          <p:cNvSpPr>
            <a:spLocks noGrp="1"/>
          </p:cNvSpPr>
          <p:nvPr>
            <p:ph type="body" sz="quarter" idx="46"/>
          </p:nvPr>
        </p:nvSpPr>
        <p:spPr/>
        <p:txBody>
          <a:bodyPr/>
          <a:lstStyle/>
          <a:p>
            <a:endParaRPr lang="en-US"/>
          </a:p>
        </p:txBody>
      </p:sp>
      <p:sp>
        <p:nvSpPr>
          <p:cNvPr id="12" name="Text Placeholder 11">
            <a:extLst>
              <a:ext uri="{FF2B5EF4-FFF2-40B4-BE49-F238E27FC236}">
                <a16:creationId xmlns:a16="http://schemas.microsoft.com/office/drawing/2014/main" id="{0AF38A44-B326-F4AE-602A-A0BEB3F1F435}"/>
              </a:ext>
            </a:extLst>
          </p:cNvPr>
          <p:cNvSpPr>
            <a:spLocks noGrp="1"/>
          </p:cNvSpPr>
          <p:nvPr>
            <p:ph type="body" sz="quarter" idx="47"/>
          </p:nvPr>
        </p:nvSpPr>
        <p:spPr/>
        <p:txBody>
          <a:bodyPr/>
          <a:lstStyle/>
          <a:p>
            <a:endParaRPr lang="en-US"/>
          </a:p>
        </p:txBody>
      </p:sp>
      <p:sp>
        <p:nvSpPr>
          <p:cNvPr id="13" name="Text Placeholder 12">
            <a:extLst>
              <a:ext uri="{FF2B5EF4-FFF2-40B4-BE49-F238E27FC236}">
                <a16:creationId xmlns:a16="http://schemas.microsoft.com/office/drawing/2014/main" id="{F9A58B16-C2F4-48E1-ADC9-25487CB5A9FD}"/>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dirty="0">
                <a:solidFill>
                  <a:schemeClr val="tx2"/>
                </a:solidFill>
              </a:rPr>
              <a:t>CLOUD RESOURCES:</a:t>
            </a:r>
            <a:br>
              <a:rPr lang="en-US" dirty="0">
                <a:solidFill>
                  <a:schemeClr val="tx2"/>
                </a:solidFill>
              </a:rPr>
            </a:br>
            <a:r>
              <a:rPr lang="en-US" dirty="0">
                <a:solidFill>
                  <a:schemeClr val="tx2"/>
                </a:solidFill>
              </a:rPr>
              <a:t>THE BASICS</a:t>
            </a:r>
          </a:p>
        </p:txBody>
      </p:sp>
      <p:sp>
        <p:nvSpPr>
          <p:cNvPr id="15" name="Subtitle 14">
            <a:extLst>
              <a:ext uri="{FF2B5EF4-FFF2-40B4-BE49-F238E27FC236}">
                <a16:creationId xmlns:a16="http://schemas.microsoft.com/office/drawing/2014/main" id="{DE5F912C-9782-F91C-A2AE-FB21D97D5491}"/>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81345946-3489-83E5-F7D9-C344B837A0B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A4D5C-BC8B-6F74-DC55-A525DED94A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AC388D1-E73D-9D3A-7CE4-104EC5E1C9DC}"/>
              </a:ext>
            </a:extLst>
          </p:cNvPr>
          <p:cNvSpPr txBox="1">
            <a:spLocks/>
          </p:cNvSpPr>
          <p:nvPr/>
        </p:nvSpPr>
        <p:spPr>
          <a:xfrm>
            <a:off x="-1325136"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What is a “Cloud Resource”</a:t>
            </a:r>
          </a:p>
        </p:txBody>
      </p:sp>
      <p:sp>
        <p:nvSpPr>
          <p:cNvPr id="2" name="Title 1">
            <a:extLst>
              <a:ext uri="{FF2B5EF4-FFF2-40B4-BE49-F238E27FC236}">
                <a16:creationId xmlns:a16="http://schemas.microsoft.com/office/drawing/2014/main" id="{85322396-BB8E-5F97-FE6B-C601D6560340}"/>
              </a:ext>
            </a:extLst>
          </p:cNvPr>
          <p:cNvSpPr txBox="1">
            <a:spLocks/>
          </p:cNvSpPr>
          <p:nvPr/>
        </p:nvSpPr>
        <p:spPr>
          <a:xfrm>
            <a:off x="990600" y="1237673"/>
            <a:ext cx="10515600" cy="4701309"/>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lvl="0">
              <a:spcBef>
                <a:spcPts val="1200"/>
              </a:spcBef>
            </a:pPr>
            <a:r>
              <a:rPr lang="en-US" sz="1400" b="1" dirty="0">
                <a:solidFill>
                  <a:schemeClr val="bg1"/>
                </a:solidFill>
              </a:rPr>
              <a:t>The Core Idea:</a:t>
            </a:r>
            <a:r>
              <a:rPr lang="en-US" sz="1400" dirty="0">
                <a:solidFill>
                  <a:schemeClr val="bg1"/>
                </a:solidFill>
              </a:rPr>
              <a:t> A cloud resource is a fundamental, on-demand IT asset—like computing power, storage, or networking—that you access over the internet.</a:t>
            </a:r>
          </a:p>
          <a:p>
            <a:pPr lvl="0">
              <a:spcBef>
                <a:spcPts val="1200"/>
              </a:spcBef>
            </a:pPr>
            <a:r>
              <a:rPr lang="en-US" sz="1400" b="1" dirty="0">
                <a:solidFill>
                  <a:schemeClr val="bg1"/>
                </a:solidFill>
              </a:rPr>
              <a:t>A Simple Analogy:</a:t>
            </a:r>
            <a:r>
              <a:rPr lang="en-US" sz="1400" dirty="0">
                <a:solidFill>
                  <a:schemeClr val="bg1"/>
                </a:solidFill>
              </a:rPr>
              <a:t> Think of it like a public utility. You don't build your own power plant; you simply connect to the grid and pay for the electricity you use. In the same way, you don't buy and manage your own physical servers; you connect to a cloud provider's network and use the resources you need, when you need them.</a:t>
            </a:r>
          </a:p>
          <a:p>
            <a:pPr lvl="0">
              <a:spcBef>
                <a:spcPts val="1200"/>
              </a:spcBef>
            </a:pPr>
            <a:r>
              <a:rPr lang="en-US" sz="1400" b="1" dirty="0">
                <a:solidFill>
                  <a:schemeClr val="bg1"/>
                </a:solidFill>
              </a:rPr>
              <a:t>Key Characteristics:</a:t>
            </a:r>
          </a:p>
          <a:p>
            <a:pPr marL="457200" lvl="0" indent="-304800">
              <a:spcBef>
                <a:spcPts val="1200"/>
              </a:spcBef>
              <a:buClr>
                <a:schemeClr val="bg2"/>
              </a:buClr>
              <a:buSzPts val="1200"/>
              <a:buChar char="●"/>
            </a:pPr>
            <a:r>
              <a:rPr lang="en-US" sz="1400" b="1" dirty="0">
                <a:solidFill>
                  <a:schemeClr val="bg1"/>
                </a:solidFill>
              </a:rPr>
              <a:t>On-Demand:</a:t>
            </a:r>
            <a:r>
              <a:rPr lang="en-US" sz="1400" dirty="0">
                <a:solidFill>
                  <a:schemeClr val="bg1"/>
                </a:solidFill>
              </a:rPr>
              <a:t> You can get these resources instantly, without human intervention.</a:t>
            </a:r>
          </a:p>
          <a:p>
            <a:pPr marL="457200" lvl="0" indent="-304800">
              <a:spcBef>
                <a:spcPts val="0"/>
              </a:spcBef>
              <a:buClr>
                <a:schemeClr val="bg2"/>
              </a:buClr>
              <a:buSzPts val="1200"/>
              <a:buChar char="●"/>
            </a:pPr>
            <a:r>
              <a:rPr lang="en-US" sz="1400" b="1" dirty="0">
                <a:solidFill>
                  <a:schemeClr val="bg1"/>
                </a:solidFill>
              </a:rPr>
              <a:t>Pay-as-you-go:</a:t>
            </a:r>
            <a:r>
              <a:rPr lang="en-US" sz="1400" dirty="0">
                <a:solidFill>
                  <a:schemeClr val="bg1"/>
                </a:solidFill>
              </a:rPr>
              <a:t> You only pay for what you use, turning a large upfront cost into a simple operating expense.</a:t>
            </a:r>
          </a:p>
          <a:p>
            <a:pPr marL="457200" lvl="0" indent="-304800">
              <a:spcBef>
                <a:spcPts val="0"/>
              </a:spcBef>
              <a:buClr>
                <a:schemeClr val="bg2"/>
              </a:buClr>
              <a:buSzPts val="1200"/>
              <a:buChar char="●"/>
            </a:pPr>
            <a:r>
              <a:rPr lang="en-US" sz="1400" b="1" dirty="0">
                <a:solidFill>
                  <a:schemeClr val="bg1"/>
                </a:solidFill>
              </a:rPr>
              <a:t>Elastic:</a:t>
            </a:r>
            <a:r>
              <a:rPr lang="en-US" sz="1400" dirty="0">
                <a:solidFill>
                  <a:schemeClr val="bg1"/>
                </a:solidFill>
              </a:rPr>
              <a:t> You can easily scale up or down to meet demand, paying for peak usage only when it's needed.</a:t>
            </a:r>
            <a:endParaRPr lang="en-US" sz="1400" b="1" dirty="0">
              <a:solidFill>
                <a:schemeClr val="bg1"/>
              </a:solidFill>
            </a:endParaRPr>
          </a:p>
        </p:txBody>
      </p:sp>
    </p:spTree>
    <p:extLst>
      <p:ext uri="{BB962C8B-B14F-4D97-AF65-F5344CB8AC3E}">
        <p14:creationId xmlns:p14="http://schemas.microsoft.com/office/powerpoint/2010/main" val="3611617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8E5C5B4-C2BE-E00C-991D-D8C80F254C63}"/>
              </a:ext>
            </a:extLst>
          </p:cNvPr>
          <p:cNvSpPr txBox="1">
            <a:spLocks/>
          </p:cNvSpPr>
          <p:nvPr/>
        </p:nvSpPr>
        <p:spPr>
          <a:xfrm>
            <a:off x="-856786"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The "Why": Driving Cloud Adoption</a:t>
            </a:r>
          </a:p>
        </p:txBody>
      </p:sp>
      <p:pic>
        <p:nvPicPr>
          <p:cNvPr id="7" name="Google Shape;517;p65">
            <a:extLst>
              <a:ext uri="{FF2B5EF4-FFF2-40B4-BE49-F238E27FC236}">
                <a16:creationId xmlns:a16="http://schemas.microsoft.com/office/drawing/2014/main" id="{6A804B6D-6923-FC15-1404-72F83A1E52BB}"/>
              </a:ext>
            </a:extLst>
          </p:cNvPr>
          <p:cNvPicPr preferRelativeResize="0"/>
          <p:nvPr/>
        </p:nvPicPr>
        <p:blipFill>
          <a:blip r:embed="rId3">
            <a:alphaModFix/>
          </a:blip>
          <a:stretch>
            <a:fillRect/>
          </a:stretch>
        </p:blipFill>
        <p:spPr>
          <a:xfrm>
            <a:off x="1758370" y="1325563"/>
            <a:ext cx="8675259" cy="4494883"/>
          </a:xfrm>
          <a:prstGeom prst="rect">
            <a:avLst/>
          </a:prstGeom>
          <a:noFill/>
          <a:ln>
            <a:noFill/>
          </a:ln>
        </p:spPr>
      </p:pic>
    </p:spTree>
    <p:extLst>
      <p:ext uri="{BB962C8B-B14F-4D97-AF65-F5344CB8AC3E}">
        <p14:creationId xmlns:p14="http://schemas.microsoft.com/office/powerpoint/2010/main" val="3867600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FE6DA-C234-58DA-BD91-35D229B862F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C08D0A1-62C7-1474-720B-ABBFF6F76D5C}"/>
              </a:ext>
            </a:extLst>
          </p:cNvPr>
          <p:cNvSpPr txBox="1">
            <a:spLocks/>
          </p:cNvSpPr>
          <p:nvPr/>
        </p:nvSpPr>
        <p:spPr>
          <a:xfrm>
            <a:off x="-2685585"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Three Pillars</a:t>
            </a:r>
          </a:p>
        </p:txBody>
      </p:sp>
      <p:sp>
        <p:nvSpPr>
          <p:cNvPr id="2" name="Google Shape;524;p66">
            <a:extLst>
              <a:ext uri="{FF2B5EF4-FFF2-40B4-BE49-F238E27FC236}">
                <a16:creationId xmlns:a16="http://schemas.microsoft.com/office/drawing/2014/main" id="{DE8654E9-D8C0-A246-7B3D-D6819354E167}"/>
              </a:ext>
            </a:extLst>
          </p:cNvPr>
          <p:cNvSpPr txBox="1">
            <a:spLocks/>
          </p:cNvSpPr>
          <p:nvPr/>
        </p:nvSpPr>
        <p:spPr>
          <a:xfrm>
            <a:off x="1984650" y="1720800"/>
            <a:ext cx="8222700" cy="34164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1400" dirty="0">
              <a:solidFill>
                <a:schemeClr val="dk1"/>
              </a:solidFill>
            </a:endParaRPr>
          </a:p>
          <a:p>
            <a:pPr marL="0" indent="0">
              <a:spcBef>
                <a:spcPts val="1200"/>
              </a:spcBef>
              <a:buClr>
                <a:schemeClr val="dk1"/>
              </a:buClr>
              <a:buSzPts val="1100"/>
              <a:buFont typeface="Arial"/>
              <a:buNone/>
            </a:pPr>
            <a:r>
              <a:rPr lang="en-US" sz="1400" b="1" dirty="0">
                <a:solidFill>
                  <a:schemeClr val="bg1"/>
                </a:solidFill>
              </a:rPr>
              <a:t>The Pillars:</a:t>
            </a:r>
          </a:p>
          <a:p>
            <a:pPr marL="457200" indent="-304800">
              <a:spcBef>
                <a:spcPts val="1200"/>
              </a:spcBef>
              <a:buClr>
                <a:schemeClr val="bg2"/>
              </a:buClr>
              <a:buSzPts val="1200"/>
              <a:buFont typeface="Arial" panose="020B0604020202020204" pitchFamily="34" charset="0"/>
              <a:buAutoNum type="arabicPeriod"/>
            </a:pPr>
            <a:r>
              <a:rPr lang="en-US" sz="1400" b="1" dirty="0">
                <a:solidFill>
                  <a:schemeClr val="bg1"/>
                </a:solidFill>
              </a:rPr>
              <a:t>Compute:</a:t>
            </a:r>
            <a:r>
              <a:rPr lang="en-US" sz="1400" dirty="0">
                <a:solidFill>
                  <a:schemeClr val="bg1"/>
                </a:solidFill>
              </a:rPr>
              <a:t> The processing power and memory. It’s the "brain" of your cloud presence.</a:t>
            </a:r>
            <a:br>
              <a:rPr lang="en-US" sz="1400" dirty="0">
                <a:solidFill>
                  <a:schemeClr val="bg1"/>
                </a:solidFill>
              </a:rPr>
            </a:br>
            <a:endParaRPr lang="en-US" sz="1400" dirty="0">
              <a:solidFill>
                <a:schemeClr val="bg1"/>
              </a:solidFill>
            </a:endParaRPr>
          </a:p>
          <a:p>
            <a:pPr marL="457200" indent="-304800">
              <a:spcBef>
                <a:spcPts val="0"/>
              </a:spcBef>
              <a:buClr>
                <a:schemeClr val="bg2"/>
              </a:buClr>
              <a:buSzPts val="1200"/>
              <a:buFont typeface="Arial" panose="020B0604020202020204" pitchFamily="34" charset="0"/>
              <a:buAutoNum type="arabicPeriod"/>
            </a:pPr>
            <a:r>
              <a:rPr lang="en-US" sz="1400" b="1" dirty="0">
                <a:solidFill>
                  <a:schemeClr val="bg1"/>
                </a:solidFill>
              </a:rPr>
              <a:t>Storage:</a:t>
            </a:r>
            <a:r>
              <a:rPr lang="en-US" sz="1400" dirty="0">
                <a:solidFill>
                  <a:schemeClr val="bg1"/>
                </a:solidFill>
              </a:rPr>
              <a:t> The persistent space where you save your data and files. It's the "memory" of the cloud.</a:t>
            </a:r>
            <a:br>
              <a:rPr lang="en-US" sz="1400" dirty="0">
                <a:solidFill>
                  <a:schemeClr val="bg1"/>
                </a:solidFill>
              </a:rPr>
            </a:br>
            <a:endParaRPr lang="en-US" sz="1400" dirty="0">
              <a:solidFill>
                <a:schemeClr val="bg1"/>
              </a:solidFill>
            </a:endParaRPr>
          </a:p>
          <a:p>
            <a:pPr marL="457200" indent="-304800">
              <a:spcBef>
                <a:spcPts val="0"/>
              </a:spcBef>
              <a:buClr>
                <a:schemeClr val="bg2"/>
              </a:buClr>
              <a:buSzPts val="1200"/>
              <a:buFont typeface="Arial" panose="020B0604020202020204" pitchFamily="34" charset="0"/>
              <a:buAutoNum type="arabicPeriod"/>
            </a:pPr>
            <a:r>
              <a:rPr lang="en-US" sz="1400" b="1" dirty="0">
                <a:solidFill>
                  <a:schemeClr val="bg1"/>
                </a:solidFill>
              </a:rPr>
              <a:t>Networking:</a:t>
            </a:r>
            <a:r>
              <a:rPr lang="en-US" sz="1400" dirty="0">
                <a:solidFill>
                  <a:schemeClr val="bg1"/>
                </a:solidFill>
              </a:rPr>
              <a:t> The infrastructure that connects your resources, allowing them to communicate with each other and with the rest of the internet. It's the "nervous system."</a:t>
            </a:r>
          </a:p>
          <a:p>
            <a:pPr marL="0" indent="0">
              <a:spcBef>
                <a:spcPts val="1200"/>
              </a:spcBef>
              <a:spcAft>
                <a:spcPts val="1200"/>
              </a:spcAft>
              <a:buFont typeface="Arial" panose="020B0604020202020204" pitchFamily="34" charset="0"/>
              <a:buNone/>
            </a:pPr>
            <a:endParaRPr lang="en-US" sz="1400" b="1" dirty="0">
              <a:solidFill>
                <a:schemeClr val="dk1"/>
              </a:solidFill>
            </a:endParaRPr>
          </a:p>
        </p:txBody>
      </p:sp>
    </p:spTree>
    <p:extLst>
      <p:ext uri="{BB962C8B-B14F-4D97-AF65-F5344CB8AC3E}">
        <p14:creationId xmlns:p14="http://schemas.microsoft.com/office/powerpoint/2010/main" val="3243134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F39F-74F7-6E9F-965D-3ED555B5375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9F6C55C-9770-570E-7A48-A2C91A1C1180}"/>
              </a:ext>
            </a:extLst>
          </p:cNvPr>
          <p:cNvSpPr txBox="1">
            <a:spLocks/>
          </p:cNvSpPr>
          <p:nvPr/>
        </p:nvSpPr>
        <p:spPr>
          <a:xfrm>
            <a:off x="-572197"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Compute: The Engine of the Cloud</a:t>
            </a:r>
          </a:p>
        </p:txBody>
      </p:sp>
      <p:pic>
        <p:nvPicPr>
          <p:cNvPr id="2" name="Google Shape;531;p67">
            <a:extLst>
              <a:ext uri="{FF2B5EF4-FFF2-40B4-BE49-F238E27FC236}">
                <a16:creationId xmlns:a16="http://schemas.microsoft.com/office/drawing/2014/main" id="{C064B46C-8A48-CE6F-7966-4A3C1EFB12D7}"/>
              </a:ext>
            </a:extLst>
          </p:cNvPr>
          <p:cNvPicPr preferRelativeResize="0"/>
          <p:nvPr/>
        </p:nvPicPr>
        <p:blipFill>
          <a:blip r:embed="rId3">
            <a:alphaModFix/>
          </a:blip>
          <a:stretch>
            <a:fillRect/>
          </a:stretch>
        </p:blipFill>
        <p:spPr>
          <a:xfrm>
            <a:off x="2310575" y="2758500"/>
            <a:ext cx="7528750" cy="3566100"/>
          </a:xfrm>
          <a:prstGeom prst="rect">
            <a:avLst/>
          </a:prstGeom>
          <a:noFill/>
          <a:ln>
            <a:noFill/>
          </a:ln>
        </p:spPr>
      </p:pic>
      <p:sp>
        <p:nvSpPr>
          <p:cNvPr id="4" name="TextBox 3">
            <a:extLst>
              <a:ext uri="{FF2B5EF4-FFF2-40B4-BE49-F238E27FC236}">
                <a16:creationId xmlns:a16="http://schemas.microsoft.com/office/drawing/2014/main" id="{3416039C-C5E8-B691-4048-EA77E4BF7020}"/>
              </a:ext>
            </a:extLst>
          </p:cNvPr>
          <p:cNvSpPr txBox="1"/>
          <p:nvPr/>
        </p:nvSpPr>
        <p:spPr>
          <a:xfrm>
            <a:off x="3048000" y="1488546"/>
            <a:ext cx="6096000" cy="1106970"/>
          </a:xfrm>
          <a:prstGeom prst="rect">
            <a:avLst/>
          </a:prstGeom>
          <a:noFill/>
        </p:spPr>
        <p:txBody>
          <a:bodyPr wrap="square">
            <a:spAutoFit/>
          </a:bodyPr>
          <a:lstStyle/>
          <a:p>
            <a:pPr marL="0" lvl="0" indent="0" algn="l" rtl="0">
              <a:lnSpc>
                <a:spcPct val="105000"/>
              </a:lnSpc>
              <a:spcBef>
                <a:spcPts val="1200"/>
              </a:spcBef>
              <a:spcAft>
                <a:spcPts val="0"/>
              </a:spcAft>
              <a:buSzPts val="688"/>
              <a:buNone/>
            </a:pPr>
            <a:r>
              <a:rPr lang="en-US" sz="1800" b="1" dirty="0">
                <a:solidFill>
                  <a:schemeClr val="bg1"/>
                </a:solidFill>
              </a:rPr>
              <a:t>What it is:</a:t>
            </a:r>
            <a:r>
              <a:rPr lang="en-US" sz="1800" dirty="0">
                <a:solidFill>
                  <a:schemeClr val="bg1"/>
                </a:solidFill>
              </a:rPr>
              <a:t> </a:t>
            </a:r>
          </a:p>
          <a:p>
            <a:pPr marL="0" lvl="0" indent="0" algn="l" rtl="0">
              <a:lnSpc>
                <a:spcPct val="105000"/>
              </a:lnSpc>
              <a:spcBef>
                <a:spcPts val="1200"/>
              </a:spcBef>
              <a:spcAft>
                <a:spcPts val="0"/>
              </a:spcAft>
              <a:buClr>
                <a:schemeClr val="dk1"/>
              </a:buClr>
              <a:buSzPts val="688"/>
              <a:buFont typeface="Arial"/>
              <a:buNone/>
            </a:pPr>
            <a:r>
              <a:rPr lang="en-US" sz="1800" dirty="0">
                <a:solidFill>
                  <a:schemeClr val="bg1"/>
                </a:solidFill>
              </a:rPr>
              <a:t>Provides the CPU and RAM necessary to run your applications, services, and workloads.</a:t>
            </a:r>
          </a:p>
        </p:txBody>
      </p:sp>
    </p:spTree>
    <p:extLst>
      <p:ext uri="{BB962C8B-B14F-4D97-AF65-F5344CB8AC3E}">
        <p14:creationId xmlns:p14="http://schemas.microsoft.com/office/powerpoint/2010/main" val="2741915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F3EC5-65E1-340A-AC35-5997D059BB3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C654BA0-4BF4-37D4-9469-C2D6D562245F}"/>
              </a:ext>
            </a:extLst>
          </p:cNvPr>
          <p:cNvSpPr txBox="1">
            <a:spLocks/>
          </p:cNvSpPr>
          <p:nvPr/>
        </p:nvSpPr>
        <p:spPr>
          <a:xfrm>
            <a:off x="-1414346"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Storage: The Data Repository</a:t>
            </a:r>
          </a:p>
        </p:txBody>
      </p:sp>
      <p:sp>
        <p:nvSpPr>
          <p:cNvPr id="2" name="Google Shape;537;p68">
            <a:extLst>
              <a:ext uri="{FF2B5EF4-FFF2-40B4-BE49-F238E27FC236}">
                <a16:creationId xmlns:a16="http://schemas.microsoft.com/office/drawing/2014/main" id="{51856635-11D3-FF5A-49FD-A18D504FB240}"/>
              </a:ext>
            </a:extLst>
          </p:cNvPr>
          <p:cNvSpPr txBox="1">
            <a:spLocks/>
          </p:cNvSpPr>
          <p:nvPr/>
        </p:nvSpPr>
        <p:spPr>
          <a:xfrm>
            <a:off x="1835700" y="1990675"/>
            <a:ext cx="8520600" cy="3416400"/>
          </a:xfrm>
          <a:prstGeom prst="rect">
            <a:avLst/>
          </a:prstGeom>
        </p:spPr>
        <p:txBody>
          <a:bodyPr spcFirstLastPara="1" wrap="square" lIns="91425" tIns="91425" rIns="91425" bIns="9142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1400" dirty="0">
              <a:solidFill>
                <a:schemeClr val="dk1"/>
              </a:solidFill>
            </a:endParaRPr>
          </a:p>
          <a:p>
            <a:pPr marL="0" indent="0">
              <a:spcBef>
                <a:spcPts val="1200"/>
              </a:spcBef>
              <a:buFont typeface="Arial" panose="020B0604020202020204" pitchFamily="34" charset="0"/>
              <a:buNone/>
            </a:pPr>
            <a:r>
              <a:rPr lang="en-US" sz="1400" b="1" dirty="0">
                <a:solidFill>
                  <a:schemeClr val="bg1"/>
                </a:solidFill>
              </a:rPr>
              <a:t>What it is:</a:t>
            </a:r>
            <a:r>
              <a:rPr lang="en-US" sz="1400" dirty="0">
                <a:solidFill>
                  <a:schemeClr val="bg1"/>
                </a:solidFill>
              </a:rPr>
              <a:t> </a:t>
            </a:r>
          </a:p>
          <a:p>
            <a:pPr marL="0" indent="0">
              <a:spcBef>
                <a:spcPts val="1200"/>
              </a:spcBef>
              <a:buClr>
                <a:schemeClr val="dk1"/>
              </a:buClr>
              <a:buSzPts val="1100"/>
              <a:buFont typeface="Arial"/>
              <a:buNone/>
            </a:pPr>
            <a:r>
              <a:rPr lang="en-US" sz="1400" dirty="0">
                <a:solidFill>
                  <a:schemeClr val="bg1"/>
                </a:solidFill>
              </a:rPr>
              <a:t>Provides various ways to persistently store and retrieve your digital information.</a:t>
            </a:r>
          </a:p>
          <a:p>
            <a:pPr marL="0" indent="0">
              <a:spcBef>
                <a:spcPts val="1200"/>
              </a:spcBef>
              <a:buClr>
                <a:schemeClr val="dk1"/>
              </a:buClr>
              <a:buSzPts val="1100"/>
              <a:buFont typeface="Arial"/>
              <a:buNone/>
            </a:pPr>
            <a:r>
              <a:rPr lang="en-US" sz="1400" b="1" dirty="0">
                <a:solidFill>
                  <a:schemeClr val="bg1"/>
                </a:solidFill>
              </a:rPr>
              <a:t>Common Resources:</a:t>
            </a:r>
          </a:p>
          <a:p>
            <a:pPr marL="457200" indent="-304800">
              <a:spcBef>
                <a:spcPts val="1200"/>
              </a:spcBef>
              <a:buClr>
                <a:schemeClr val="bg2"/>
              </a:buClr>
              <a:buSzPts val="1200"/>
              <a:buFont typeface="Arial" panose="020B0604020202020204" pitchFamily="34" charset="0"/>
              <a:buChar char="●"/>
            </a:pPr>
            <a:r>
              <a:rPr lang="en-US" sz="1400" b="1" dirty="0">
                <a:solidFill>
                  <a:schemeClr val="bg1"/>
                </a:solidFill>
              </a:rPr>
              <a:t>Object Storage:</a:t>
            </a:r>
            <a:r>
              <a:rPr lang="en-US" sz="1400" dirty="0">
                <a:solidFill>
                  <a:schemeClr val="bg1"/>
                </a:solidFill>
              </a:rPr>
              <a:t> A highly scalable, durable, and cost-effective way to store any type of unstructured data (files, images, videos, backups). Data is organized as objects with unique identifiers, not in a traditional folder structure.</a:t>
            </a:r>
          </a:p>
          <a:p>
            <a:pPr marL="457200" indent="-304800">
              <a:spcBef>
                <a:spcPts val="0"/>
              </a:spcBef>
              <a:buClr>
                <a:schemeClr val="bg2"/>
              </a:buClr>
              <a:buSzPts val="1200"/>
              <a:buFont typeface="Arial" panose="020B0604020202020204" pitchFamily="34" charset="0"/>
              <a:buChar char="●"/>
            </a:pPr>
            <a:r>
              <a:rPr lang="en-US" sz="1400" b="1" dirty="0">
                <a:solidFill>
                  <a:schemeClr val="bg1"/>
                </a:solidFill>
              </a:rPr>
              <a:t>Managed Databases:</a:t>
            </a:r>
            <a:r>
              <a:rPr lang="en-US" sz="1400" dirty="0">
                <a:solidFill>
                  <a:schemeClr val="bg1"/>
                </a:solidFill>
              </a:rPr>
              <a:t> A fully managed service for structured data. The provider handles the maintenance, backups, and scaling, so you can focus on building your application. Used for applications that require structured data, like e-commerce or user profiles.</a:t>
            </a:r>
          </a:p>
          <a:p>
            <a:pPr marL="0" indent="0">
              <a:spcBef>
                <a:spcPts val="1200"/>
              </a:spcBef>
              <a:spcAft>
                <a:spcPts val="1200"/>
              </a:spcAft>
              <a:buFont typeface="Arial" panose="020B0604020202020204" pitchFamily="34" charset="0"/>
              <a:buNone/>
            </a:pPr>
            <a:endParaRPr lang="en-US" sz="1400" dirty="0">
              <a:solidFill>
                <a:srgbClr val="374151"/>
              </a:solidFill>
              <a:highlight>
                <a:srgbClr val="FFFFFF"/>
              </a:highlight>
            </a:endParaRPr>
          </a:p>
        </p:txBody>
      </p:sp>
    </p:spTree>
    <p:extLst>
      <p:ext uri="{BB962C8B-B14F-4D97-AF65-F5344CB8AC3E}">
        <p14:creationId xmlns:p14="http://schemas.microsoft.com/office/powerpoint/2010/main" val="1860363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8BBA3-21E1-D099-896E-A20D7755DB8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34C4CA0-4BB2-98FB-A353-49FD7608F503}"/>
              </a:ext>
            </a:extLst>
          </p:cNvPr>
          <p:cNvSpPr txBox="1">
            <a:spLocks/>
          </p:cNvSpPr>
          <p:nvPr/>
        </p:nvSpPr>
        <p:spPr>
          <a:xfrm>
            <a:off x="-633761"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Networking: The Connectivity Fabric</a:t>
            </a:r>
          </a:p>
        </p:txBody>
      </p:sp>
      <p:sp>
        <p:nvSpPr>
          <p:cNvPr id="2" name="Google Shape;543;p69">
            <a:extLst>
              <a:ext uri="{FF2B5EF4-FFF2-40B4-BE49-F238E27FC236}">
                <a16:creationId xmlns:a16="http://schemas.microsoft.com/office/drawing/2014/main" id="{62B6E94C-C58A-5665-3A89-54D47AA9736E}"/>
              </a:ext>
            </a:extLst>
          </p:cNvPr>
          <p:cNvSpPr txBox="1">
            <a:spLocks/>
          </p:cNvSpPr>
          <p:nvPr/>
        </p:nvSpPr>
        <p:spPr>
          <a:xfrm>
            <a:off x="1835700" y="2010075"/>
            <a:ext cx="8520600" cy="3578700"/>
          </a:xfrm>
          <a:prstGeom prst="rect">
            <a:avLst/>
          </a:prstGeom>
          <a:solidFill>
            <a:schemeClr val="lt1"/>
          </a:solidFill>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spcBef>
                <a:spcPts val="0"/>
              </a:spcBef>
              <a:buClr>
                <a:schemeClr val="dk1"/>
              </a:buClr>
              <a:buSzPts val="1100"/>
              <a:buFont typeface="Arial"/>
              <a:buNone/>
            </a:pPr>
            <a:endParaRPr lang="en-US" sz="1400" dirty="0">
              <a:solidFill>
                <a:schemeClr val="dk1"/>
              </a:solidFill>
            </a:endParaRPr>
          </a:p>
          <a:p>
            <a:pPr marL="0" indent="0">
              <a:lnSpc>
                <a:spcPct val="95000"/>
              </a:lnSpc>
              <a:spcBef>
                <a:spcPts val="1200"/>
              </a:spcBef>
              <a:buSzPts val="1100"/>
              <a:buFont typeface="Arial" panose="020B0604020202020204" pitchFamily="34" charset="0"/>
              <a:buNone/>
            </a:pPr>
            <a:r>
              <a:rPr lang="en-US" sz="1400" b="1" dirty="0">
                <a:solidFill>
                  <a:schemeClr val="dk1"/>
                </a:solidFill>
              </a:rPr>
              <a:t>What it is:</a:t>
            </a:r>
            <a:r>
              <a:rPr lang="en-US" sz="1400" dirty="0">
                <a:solidFill>
                  <a:schemeClr val="dk1"/>
                </a:solidFill>
              </a:rPr>
              <a:t> </a:t>
            </a:r>
          </a:p>
          <a:p>
            <a:pPr marL="0" indent="0">
              <a:lnSpc>
                <a:spcPct val="95000"/>
              </a:lnSpc>
              <a:spcBef>
                <a:spcPts val="1200"/>
              </a:spcBef>
              <a:buSzPts val="1100"/>
              <a:buFont typeface="Arial" panose="020B0604020202020204" pitchFamily="34" charset="0"/>
              <a:buNone/>
            </a:pPr>
            <a:r>
              <a:rPr lang="en-US" sz="1400" dirty="0">
                <a:solidFill>
                  <a:schemeClr val="dk1"/>
                </a:solidFill>
              </a:rPr>
              <a:t>The virtual network infrastructure that connects your cloud resources and manages traffic to and from the internet.</a:t>
            </a:r>
          </a:p>
          <a:p>
            <a:pPr marL="0" indent="0">
              <a:lnSpc>
                <a:spcPct val="95000"/>
              </a:lnSpc>
              <a:spcBef>
                <a:spcPts val="1200"/>
              </a:spcBef>
              <a:buClr>
                <a:schemeClr val="dk1"/>
              </a:buClr>
              <a:buSzPts val="1100"/>
              <a:buFont typeface="Arial"/>
              <a:buNone/>
            </a:pPr>
            <a:r>
              <a:rPr lang="en-US" sz="1400" b="1" dirty="0">
                <a:solidFill>
                  <a:schemeClr val="dk1"/>
                </a:solidFill>
              </a:rPr>
              <a:t>Common Resources:</a:t>
            </a:r>
          </a:p>
          <a:p>
            <a:pPr marL="457200" indent="-304800">
              <a:spcBef>
                <a:spcPts val="1200"/>
              </a:spcBef>
              <a:buClr>
                <a:schemeClr val="dk1"/>
              </a:buClr>
              <a:buSzPts val="1200"/>
              <a:buFont typeface="Arial" panose="020B0604020202020204" pitchFamily="34" charset="0"/>
              <a:buChar char="●"/>
            </a:pPr>
            <a:r>
              <a:rPr lang="en-US" sz="1400" b="1" dirty="0">
                <a:solidFill>
                  <a:schemeClr val="dk1"/>
                </a:solidFill>
              </a:rPr>
              <a:t>Virtual Private Cloud (VPC):</a:t>
            </a:r>
            <a:r>
              <a:rPr lang="en-US" sz="1400" dirty="0">
                <a:solidFill>
                  <a:schemeClr val="dk1"/>
                </a:solidFill>
              </a:rPr>
              <a:t> A logically isolated, private network segment within the cloud where you can launch your resources. It gives you control over your IP address ranges and network security.</a:t>
            </a:r>
          </a:p>
          <a:p>
            <a:pPr marL="457200" indent="-304800">
              <a:spcBef>
                <a:spcPts val="0"/>
              </a:spcBef>
              <a:buClr>
                <a:schemeClr val="dk1"/>
              </a:buClr>
              <a:buSzPts val="1200"/>
              <a:buFont typeface="Arial" panose="020B0604020202020204" pitchFamily="34" charset="0"/>
              <a:buChar char="●"/>
            </a:pPr>
            <a:r>
              <a:rPr lang="en-US" sz="1400" b="1" dirty="0">
                <a:solidFill>
                  <a:schemeClr val="dk1"/>
                </a:solidFill>
              </a:rPr>
              <a:t>Content Delivery Network (CDN):</a:t>
            </a:r>
            <a:r>
              <a:rPr lang="en-US" sz="1400" dirty="0">
                <a:solidFill>
                  <a:schemeClr val="dk1"/>
                </a:solidFill>
              </a:rPr>
              <a:t> A globally distributed network of servers that caches your website content (e.g., images, videos) closer to your users. This speeds up delivery and reduces latency.</a:t>
            </a:r>
          </a:p>
          <a:p>
            <a:pPr marL="0" indent="0" algn="ctr">
              <a:lnSpc>
                <a:spcPct val="95000"/>
              </a:lnSpc>
              <a:spcBef>
                <a:spcPts val="1200"/>
              </a:spcBef>
              <a:spcAft>
                <a:spcPts val="1200"/>
              </a:spcAft>
              <a:buSzPts val="1018"/>
              <a:buFont typeface="Arial" panose="020B0604020202020204" pitchFamily="34" charset="0"/>
              <a:buNone/>
            </a:pPr>
            <a:endParaRPr lang="en-US" sz="1400" dirty="0">
              <a:solidFill>
                <a:srgbClr val="374151"/>
              </a:solidFill>
              <a:highlight>
                <a:schemeClr val="lt1"/>
              </a:highlight>
            </a:endParaRPr>
          </a:p>
        </p:txBody>
      </p:sp>
    </p:spTree>
    <p:extLst>
      <p:ext uri="{BB962C8B-B14F-4D97-AF65-F5344CB8AC3E}">
        <p14:creationId xmlns:p14="http://schemas.microsoft.com/office/powerpoint/2010/main" val="1608765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AE54F-93CC-9F6E-2487-5BD60830C14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4F0B523-EAFD-F036-D5F2-9BC1F121ED40}"/>
              </a:ext>
            </a:extLst>
          </p:cNvPr>
          <p:cNvSpPr txBox="1">
            <a:spLocks/>
          </p:cNvSpPr>
          <p:nvPr/>
        </p:nvSpPr>
        <p:spPr>
          <a:xfrm>
            <a:off x="-1124414"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The Shared Responsibility Model</a:t>
            </a:r>
          </a:p>
        </p:txBody>
      </p:sp>
      <p:sp>
        <p:nvSpPr>
          <p:cNvPr id="2" name="Google Shape;549;p70">
            <a:extLst>
              <a:ext uri="{FF2B5EF4-FFF2-40B4-BE49-F238E27FC236}">
                <a16:creationId xmlns:a16="http://schemas.microsoft.com/office/drawing/2014/main" id="{6899F2A4-C98F-3664-81DF-C9B8D63D6937}"/>
              </a:ext>
            </a:extLst>
          </p:cNvPr>
          <p:cNvSpPr txBox="1">
            <a:spLocks/>
          </p:cNvSpPr>
          <p:nvPr/>
        </p:nvSpPr>
        <p:spPr>
          <a:xfrm>
            <a:off x="1835700" y="2162125"/>
            <a:ext cx="8520600" cy="3416400"/>
          </a:xfrm>
          <a:prstGeom prst="rect">
            <a:avLst/>
          </a:prstGeom>
        </p:spPr>
        <p:txBody>
          <a:bodyPr spcFirstLastPara="1" wrap="square" lIns="91425" tIns="91425" rIns="91425" bIns="9142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400" b="1" dirty="0">
                <a:solidFill>
                  <a:schemeClr val="bg1"/>
                </a:solidFill>
              </a:rPr>
              <a:t>The Model:</a:t>
            </a:r>
          </a:p>
          <a:p>
            <a:pPr marL="457200" indent="-304800">
              <a:spcBef>
                <a:spcPts val="1200"/>
              </a:spcBef>
              <a:buClr>
                <a:schemeClr val="bg2"/>
              </a:buClr>
              <a:buSzPts val="1200"/>
              <a:buFont typeface="Arial" panose="020B0604020202020204" pitchFamily="34" charset="0"/>
              <a:buChar char="●"/>
            </a:pPr>
            <a:r>
              <a:rPr lang="en-US" sz="1400" b="1" dirty="0">
                <a:solidFill>
                  <a:schemeClr val="bg1"/>
                </a:solidFill>
              </a:rPr>
              <a:t>Cloud Provider's Responsibility:</a:t>
            </a:r>
            <a:r>
              <a:rPr lang="en-US" sz="1400" dirty="0">
                <a:solidFill>
                  <a:schemeClr val="bg1"/>
                </a:solidFill>
              </a:rPr>
              <a:t> </a:t>
            </a:r>
            <a:br>
              <a:rPr lang="en-US" sz="1400" dirty="0">
                <a:solidFill>
                  <a:schemeClr val="bg1"/>
                </a:solidFill>
              </a:rPr>
            </a:br>
            <a:endParaRPr lang="en-US" sz="1400" dirty="0">
              <a:solidFill>
                <a:schemeClr val="bg1"/>
              </a:solidFill>
            </a:endParaRPr>
          </a:p>
          <a:p>
            <a:pPr marL="914400" indent="-304800">
              <a:spcBef>
                <a:spcPts val="0"/>
              </a:spcBef>
              <a:buClr>
                <a:schemeClr val="dk1"/>
              </a:buClr>
              <a:buSzPts val="1200"/>
              <a:buFont typeface="Arial" panose="020B0604020202020204" pitchFamily="34" charset="0"/>
              <a:buChar char="-"/>
            </a:pPr>
            <a:r>
              <a:rPr lang="en-US" sz="1400" dirty="0">
                <a:solidFill>
                  <a:schemeClr val="bg1"/>
                </a:solidFill>
              </a:rPr>
              <a:t>The provider is responsible for security </a:t>
            </a:r>
            <a:r>
              <a:rPr lang="en-US" sz="1400" b="1" dirty="0">
                <a:solidFill>
                  <a:schemeClr val="bg1"/>
                </a:solidFill>
              </a:rPr>
              <a:t>of</a:t>
            </a:r>
            <a:r>
              <a:rPr lang="en-US" sz="1400" dirty="0">
                <a:solidFill>
                  <a:schemeClr val="bg1"/>
                </a:solidFill>
              </a:rPr>
              <a:t> the cloud (the physical data centers, the hardware, and the underlying services).</a:t>
            </a:r>
          </a:p>
          <a:p>
            <a:pPr marL="0" indent="0">
              <a:spcBef>
                <a:spcPts val="1200"/>
              </a:spcBef>
              <a:buFont typeface="Arial" panose="020B0604020202020204" pitchFamily="34" charset="0"/>
              <a:buNone/>
            </a:pPr>
            <a:endParaRPr lang="en-US" sz="1400" dirty="0">
              <a:solidFill>
                <a:schemeClr val="bg1"/>
              </a:solidFill>
            </a:endParaRPr>
          </a:p>
          <a:p>
            <a:pPr marL="457200" indent="-304800">
              <a:spcBef>
                <a:spcPts val="1200"/>
              </a:spcBef>
              <a:buClr>
                <a:schemeClr val="bg2"/>
              </a:buClr>
              <a:buSzPts val="1200"/>
              <a:buFont typeface="Arial" panose="020B0604020202020204" pitchFamily="34" charset="0"/>
              <a:buChar char="●"/>
            </a:pPr>
            <a:r>
              <a:rPr lang="en-US" sz="1400" b="1" dirty="0">
                <a:solidFill>
                  <a:schemeClr val="bg1"/>
                </a:solidFill>
              </a:rPr>
              <a:t>Your Responsibility:</a:t>
            </a:r>
            <a:r>
              <a:rPr lang="en-US" sz="1400" dirty="0">
                <a:solidFill>
                  <a:schemeClr val="bg1"/>
                </a:solidFill>
              </a:rPr>
              <a:t> </a:t>
            </a:r>
            <a:br>
              <a:rPr lang="en-US" sz="1400" dirty="0">
                <a:solidFill>
                  <a:schemeClr val="bg1"/>
                </a:solidFill>
              </a:rPr>
            </a:br>
            <a:endParaRPr lang="en-US" sz="1400" dirty="0">
              <a:solidFill>
                <a:schemeClr val="bg1"/>
              </a:solidFill>
            </a:endParaRPr>
          </a:p>
          <a:p>
            <a:pPr marL="914400" indent="-304800">
              <a:spcBef>
                <a:spcPts val="0"/>
              </a:spcBef>
              <a:buClr>
                <a:schemeClr val="dk1"/>
              </a:buClr>
              <a:buSzPts val="1200"/>
              <a:buFont typeface="Arial" panose="020B0604020202020204" pitchFamily="34" charset="0"/>
              <a:buChar char="-"/>
            </a:pPr>
            <a:r>
              <a:rPr lang="en-US" sz="1400" dirty="0">
                <a:solidFill>
                  <a:schemeClr val="bg1"/>
                </a:solidFill>
              </a:rPr>
              <a:t>You are responsible for security </a:t>
            </a:r>
            <a:r>
              <a:rPr lang="en-US" sz="1400" b="1" dirty="0">
                <a:solidFill>
                  <a:schemeClr val="bg1"/>
                </a:solidFill>
              </a:rPr>
              <a:t>in</a:t>
            </a:r>
            <a:r>
              <a:rPr lang="en-US" sz="1400" dirty="0">
                <a:solidFill>
                  <a:schemeClr val="bg1"/>
                </a:solidFill>
              </a:rPr>
              <a:t> the cloud (securing your data, managing user access, and configuring your resources correctly).</a:t>
            </a:r>
            <a:endParaRPr lang="en-US" sz="1400" b="1" dirty="0">
              <a:solidFill>
                <a:schemeClr val="bg1"/>
              </a:solidFill>
            </a:endParaRPr>
          </a:p>
        </p:txBody>
      </p:sp>
    </p:spTree>
    <p:extLst>
      <p:ext uri="{BB962C8B-B14F-4D97-AF65-F5344CB8AC3E}">
        <p14:creationId xmlns:p14="http://schemas.microsoft.com/office/powerpoint/2010/main" val="479143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D6A50-D575-104A-349B-F13A7787714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94F1C0A-506A-8376-1457-54D8C43D5348}"/>
              </a:ext>
            </a:extLst>
          </p:cNvPr>
          <p:cNvSpPr txBox="1">
            <a:spLocks/>
          </p:cNvSpPr>
          <p:nvPr/>
        </p:nvSpPr>
        <p:spPr>
          <a:xfrm>
            <a:off x="-689841"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Visual Shared Responsibility Model</a:t>
            </a:r>
          </a:p>
        </p:txBody>
      </p:sp>
      <p:pic>
        <p:nvPicPr>
          <p:cNvPr id="2" name="Google Shape;555;p71">
            <a:extLst>
              <a:ext uri="{FF2B5EF4-FFF2-40B4-BE49-F238E27FC236}">
                <a16:creationId xmlns:a16="http://schemas.microsoft.com/office/drawing/2014/main" id="{E147377F-58BA-DF7E-21E6-5ED8F3D9B1A7}"/>
              </a:ext>
            </a:extLst>
          </p:cNvPr>
          <p:cNvPicPr preferRelativeResize="0"/>
          <p:nvPr/>
        </p:nvPicPr>
        <p:blipFill>
          <a:blip r:embed="rId3">
            <a:alphaModFix/>
          </a:blip>
          <a:stretch>
            <a:fillRect/>
          </a:stretch>
        </p:blipFill>
        <p:spPr>
          <a:xfrm>
            <a:off x="2366241" y="1571199"/>
            <a:ext cx="7459518" cy="4515275"/>
          </a:xfrm>
          <a:prstGeom prst="rect">
            <a:avLst/>
          </a:prstGeom>
          <a:noFill/>
          <a:ln>
            <a:noFill/>
          </a:ln>
        </p:spPr>
      </p:pic>
    </p:spTree>
    <p:extLst>
      <p:ext uri="{BB962C8B-B14F-4D97-AF65-F5344CB8AC3E}">
        <p14:creationId xmlns:p14="http://schemas.microsoft.com/office/powerpoint/2010/main" val="1352175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C83B4-5DC8-8786-0738-61F03905C52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C8A6C83-6786-D762-6759-D4E994ACFB6D}"/>
              </a:ext>
            </a:extLst>
          </p:cNvPr>
          <p:cNvSpPr txBox="1">
            <a:spLocks/>
          </p:cNvSpPr>
          <p:nvPr/>
        </p:nvSpPr>
        <p:spPr>
          <a:xfrm>
            <a:off x="-700668"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2"/>
                </a:solidFill>
                <a:latin typeface="US Army" panose="020B0506030202020204"/>
              </a:rPr>
              <a:t>Real-World Example: Let’s Build it!</a:t>
            </a:r>
          </a:p>
        </p:txBody>
      </p:sp>
      <p:sp>
        <p:nvSpPr>
          <p:cNvPr id="2" name="Google Shape;561;p72">
            <a:extLst>
              <a:ext uri="{FF2B5EF4-FFF2-40B4-BE49-F238E27FC236}">
                <a16:creationId xmlns:a16="http://schemas.microsoft.com/office/drawing/2014/main" id="{61899271-9D49-DA75-4FBA-EB0A13244D0A}"/>
              </a:ext>
            </a:extLst>
          </p:cNvPr>
          <p:cNvSpPr txBox="1">
            <a:spLocks/>
          </p:cNvSpPr>
          <p:nvPr/>
        </p:nvSpPr>
        <p:spPr>
          <a:xfrm>
            <a:off x="1835700" y="1857325"/>
            <a:ext cx="8520600" cy="34164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1400" dirty="0">
              <a:solidFill>
                <a:schemeClr val="dk1"/>
              </a:solidFill>
            </a:endParaRPr>
          </a:p>
          <a:p>
            <a:pPr marL="0" indent="0">
              <a:spcBef>
                <a:spcPts val="1200"/>
              </a:spcBef>
              <a:buClr>
                <a:schemeClr val="dk1"/>
              </a:buClr>
              <a:buSzPts val="1100"/>
              <a:buFont typeface="Arial"/>
              <a:buNone/>
            </a:pPr>
            <a:r>
              <a:rPr lang="en-US" sz="1400" b="1" dirty="0">
                <a:solidFill>
                  <a:schemeClr val="bg1"/>
                </a:solidFill>
              </a:rPr>
              <a:t>The Components:</a:t>
            </a:r>
          </a:p>
          <a:p>
            <a:pPr marL="457200" indent="-311150">
              <a:spcBef>
                <a:spcPts val="1200"/>
              </a:spcBef>
              <a:buClr>
                <a:schemeClr val="bg2"/>
              </a:buClr>
              <a:buSzPts val="1300"/>
              <a:buFont typeface="Arial" panose="020B0604020202020204" pitchFamily="34" charset="0"/>
              <a:buChar char="●"/>
            </a:pPr>
            <a:r>
              <a:rPr lang="en-US" sz="1400" b="1" dirty="0">
                <a:solidFill>
                  <a:schemeClr val="bg1"/>
                </a:solidFill>
              </a:rPr>
              <a:t>Compute:</a:t>
            </a:r>
            <a:r>
              <a:rPr lang="en-US" sz="1400" dirty="0">
                <a:solidFill>
                  <a:schemeClr val="bg1"/>
                </a:solidFill>
              </a:rPr>
              <a:t> Virtual Machine</a:t>
            </a:r>
          </a:p>
          <a:p>
            <a:pPr marL="457200" indent="0">
              <a:spcBef>
                <a:spcPts val="1200"/>
              </a:spcBef>
              <a:buFont typeface="Arial" panose="020B0604020202020204" pitchFamily="34" charset="0"/>
              <a:buNone/>
            </a:pPr>
            <a:endParaRPr lang="en-US" sz="1400" dirty="0">
              <a:solidFill>
                <a:schemeClr val="bg1"/>
              </a:solidFill>
            </a:endParaRPr>
          </a:p>
          <a:p>
            <a:pPr marL="457200" indent="-311150">
              <a:spcBef>
                <a:spcPts val="1200"/>
              </a:spcBef>
              <a:buClr>
                <a:schemeClr val="bg2"/>
              </a:buClr>
              <a:buSzPts val="1300"/>
              <a:buFont typeface="Arial" panose="020B0604020202020204" pitchFamily="34" charset="0"/>
              <a:buChar char="●"/>
            </a:pPr>
            <a:r>
              <a:rPr lang="en-US" sz="1400" b="1" dirty="0">
                <a:solidFill>
                  <a:schemeClr val="bg1"/>
                </a:solidFill>
              </a:rPr>
              <a:t>Storage:</a:t>
            </a:r>
            <a:r>
              <a:rPr lang="en-US" sz="1400" dirty="0">
                <a:solidFill>
                  <a:schemeClr val="bg1"/>
                </a:solidFill>
              </a:rPr>
              <a:t> Azure Files refers to the overall service that provides fully managed file shares in the cloud. Think of as "file share drives" or network drives that you can mount and access from your cloud or on-premises deployments.</a:t>
            </a:r>
          </a:p>
          <a:p>
            <a:pPr marL="457200" indent="0">
              <a:spcBef>
                <a:spcPts val="1200"/>
              </a:spcBef>
              <a:buFont typeface="Arial" panose="020B0604020202020204" pitchFamily="34" charset="0"/>
              <a:buNone/>
            </a:pPr>
            <a:endParaRPr lang="en-US" sz="1400" dirty="0">
              <a:solidFill>
                <a:schemeClr val="bg1"/>
              </a:solidFill>
            </a:endParaRPr>
          </a:p>
          <a:p>
            <a:pPr marL="457200" indent="-311150">
              <a:spcBef>
                <a:spcPts val="1200"/>
              </a:spcBef>
              <a:buClr>
                <a:schemeClr val="bg2"/>
              </a:buClr>
              <a:buSzPts val="1300"/>
              <a:buFont typeface="Arial" panose="020B0604020202020204" pitchFamily="34" charset="0"/>
              <a:buChar char="●"/>
            </a:pPr>
            <a:r>
              <a:rPr lang="en-US" sz="1400" b="1" dirty="0">
                <a:solidFill>
                  <a:schemeClr val="bg1"/>
                </a:solidFill>
              </a:rPr>
              <a:t>Networking:</a:t>
            </a:r>
            <a:r>
              <a:rPr lang="en-US" sz="1400" dirty="0">
                <a:solidFill>
                  <a:schemeClr val="bg1"/>
                </a:solidFill>
              </a:rPr>
              <a:t> A </a:t>
            </a:r>
            <a:r>
              <a:rPr lang="en-US" sz="1400" b="1" dirty="0">
                <a:solidFill>
                  <a:schemeClr val="bg1"/>
                </a:solidFill>
              </a:rPr>
              <a:t>VPC</a:t>
            </a:r>
            <a:r>
              <a:rPr lang="en-US" sz="1400" dirty="0">
                <a:solidFill>
                  <a:schemeClr val="bg1"/>
                </a:solidFill>
              </a:rPr>
              <a:t> to create a secure, private network.</a:t>
            </a:r>
          </a:p>
          <a:p>
            <a:pPr marL="0" indent="0">
              <a:spcBef>
                <a:spcPts val="1200"/>
              </a:spcBef>
              <a:spcAft>
                <a:spcPts val="1200"/>
              </a:spcAft>
              <a:buFont typeface="Arial" panose="020B0604020202020204" pitchFamily="34" charset="0"/>
              <a:buNone/>
            </a:pPr>
            <a:endParaRPr lang="en-US" sz="1400" dirty="0"/>
          </a:p>
        </p:txBody>
      </p:sp>
      <p:sp>
        <p:nvSpPr>
          <p:cNvPr id="3" name="TextBox 2">
            <a:extLst>
              <a:ext uri="{FF2B5EF4-FFF2-40B4-BE49-F238E27FC236}">
                <a16:creationId xmlns:a16="http://schemas.microsoft.com/office/drawing/2014/main" id="{91573D0C-7326-DA4A-8532-0EBCF2C30257}"/>
              </a:ext>
            </a:extLst>
          </p:cNvPr>
          <p:cNvSpPr txBox="1"/>
          <p:nvPr/>
        </p:nvSpPr>
        <p:spPr>
          <a:xfrm>
            <a:off x="4069080" y="-1943100"/>
            <a:ext cx="0" cy="0"/>
          </a:xfrm>
          <a:prstGeom prst="rect">
            <a:avLst/>
          </a:prstGeom>
          <a:noFill/>
        </p:spPr>
        <p:txBody>
          <a:bodyPr wrap="none" lIns="0" tIns="0" rIns="0" bIns="0" rtlCol="0">
            <a:noAutofit/>
          </a:bodyPr>
          <a:lstStyle/>
          <a:p>
            <a:pPr marL="182880" indent="-182880">
              <a:lnSpc>
                <a:spcPct val="95000"/>
              </a:lnSpc>
              <a:spcBef>
                <a:spcPts val="1000"/>
              </a:spcBef>
              <a:buClr>
                <a:schemeClr val="bg2"/>
              </a:buClr>
              <a:buSzPct val="100000"/>
              <a:buFont typeface="Arial"/>
              <a:buChar char="▪"/>
            </a:pPr>
            <a:endParaRPr lang="en-US" sz="1700" dirty="0"/>
          </a:p>
        </p:txBody>
      </p:sp>
    </p:spTree>
    <p:extLst>
      <p:ext uri="{BB962C8B-B14F-4D97-AF65-F5344CB8AC3E}">
        <p14:creationId xmlns:p14="http://schemas.microsoft.com/office/powerpoint/2010/main" val="538864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732F3-FD14-D412-771A-15DFD321A639}"/>
            </a:ext>
          </a:extLst>
        </p:cNvPr>
        <p:cNvGrpSpPr/>
        <p:nvPr/>
      </p:nvGrpSpPr>
      <p:grpSpPr>
        <a:xfrm>
          <a:off x="0" y="0"/>
          <a:ext cx="0" cy="0"/>
          <a:chOff x="0" y="0"/>
          <a:chExt cx="0" cy="0"/>
        </a:xfrm>
      </p:grpSpPr>
      <p:sp>
        <p:nvSpPr>
          <p:cNvPr id="2" name="Lorem ipsum sit lom dolor sit amet, Lorem ipsum sit lom dolor sit amet, consectetur sit amet adipiscing. Lorem ipsum sit.">
            <a:extLst>
              <a:ext uri="{FF2B5EF4-FFF2-40B4-BE49-F238E27FC236}">
                <a16:creationId xmlns:a16="http://schemas.microsoft.com/office/drawing/2014/main" id="{2AF4BB5F-0FC9-6AB0-8FBA-02ACCB44FDD5}"/>
              </a:ext>
            </a:extLst>
          </p:cNvPr>
          <p:cNvSpPr txBox="1"/>
          <p:nvPr/>
        </p:nvSpPr>
        <p:spPr>
          <a:xfrm>
            <a:off x="3647552" y="5021345"/>
            <a:ext cx="4893548"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t">
            <a:spAutoFit/>
          </a:bodyPr>
          <a:lstStyle/>
          <a:p>
            <a:pPr algn="ctr">
              <a:defRPr/>
            </a:pPr>
            <a:r>
              <a:rPr lang="en-US" b="1">
                <a:solidFill>
                  <a:srgbClr val="FFD52F"/>
                </a:solidFill>
                <a:latin typeface="US Army" panose="020B0506030202020204"/>
              </a:rPr>
              <a:t>Artificial Intelligence</a:t>
            </a:r>
            <a:endParaRPr lang="en-US">
              <a:solidFill>
                <a:srgbClr val="000000"/>
              </a:solidFill>
              <a:latin typeface="US Army" panose="020B0506030202020204"/>
              <a:ea typeface="Calibri" panose="020F0502020204030204"/>
              <a:cs typeface="Calibri" panose="020F0502020204030204"/>
            </a:endParaRPr>
          </a:p>
          <a:p>
            <a:pPr algn="ctr">
              <a:defRPr/>
            </a:pPr>
            <a:r>
              <a:rPr lang="en-US" b="1">
                <a:solidFill>
                  <a:srgbClr val="FFD52F"/>
                </a:solidFill>
                <a:latin typeface="US Army" panose="020B0506030202020204"/>
              </a:rPr>
              <a:t>Integration Center</a:t>
            </a:r>
          </a:p>
        </p:txBody>
      </p:sp>
      <p:sp>
        <p:nvSpPr>
          <p:cNvPr id="4" name="Title 3">
            <a:extLst>
              <a:ext uri="{FF2B5EF4-FFF2-40B4-BE49-F238E27FC236}">
                <a16:creationId xmlns:a16="http://schemas.microsoft.com/office/drawing/2014/main" id="{E3D8194E-8F21-0B87-6D84-0E216CF978AD}"/>
              </a:ext>
            </a:extLst>
          </p:cNvPr>
          <p:cNvSpPr>
            <a:spLocks noGrp="1"/>
          </p:cNvSpPr>
          <p:nvPr>
            <p:ph type="title"/>
          </p:nvPr>
        </p:nvSpPr>
        <p:spPr>
          <a:xfrm>
            <a:off x="2741259" y="3717890"/>
            <a:ext cx="6709482" cy="1034979"/>
          </a:xfrm>
        </p:spPr>
        <p:txBody>
          <a:bodyPr anchor="ctr">
            <a:normAutofit/>
          </a:bodyPr>
          <a:lstStyle/>
          <a:p>
            <a:r>
              <a:rPr lang="en-US" sz="3100" b="1" dirty="0">
                <a:latin typeface="US Army"/>
                <a:ea typeface="Calibri Light"/>
                <a:cs typeface="Calibri Light"/>
              </a:rPr>
              <a:t>Questions?</a:t>
            </a:r>
            <a:endParaRPr lang="en-US" sz="3100" b="1" dirty="0">
              <a:ea typeface="Calibri Light"/>
              <a:cs typeface="Calibri Light"/>
            </a:endParaRPr>
          </a:p>
        </p:txBody>
      </p:sp>
    </p:spTree>
    <p:extLst>
      <p:ext uri="{BB962C8B-B14F-4D97-AF65-F5344CB8AC3E}">
        <p14:creationId xmlns:p14="http://schemas.microsoft.com/office/powerpoint/2010/main" val="1534285922"/>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f9fa3ad2-c39b-4954-a22f-40ec4b5ca1b3">
      <UserInfo>
        <DisplayName>Ingros, Jarek L CPT USARMY AFC AI2C (USA)</DisplayName>
        <AccountId>176</AccountId>
        <AccountType/>
      </UserInfo>
    </SharedWithUsers>
    <TaxCatchAll xmlns="f9fa3ad2-c39b-4954-a22f-40ec4b5ca1b3" xsi:nil="true"/>
    <lcf76f155ced4ddcb4097134ff3c332f xmlns="ef9d8c99-a6c2-4b65-8451-32ff9efcb59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B6E4716DCAC0248B42BB1E686CBAD0E" ma:contentTypeVersion="17" ma:contentTypeDescription="Create a new document." ma:contentTypeScope="" ma:versionID="6db49d0184db89f1b0953fff9f3680f9">
  <xsd:schema xmlns:xsd="http://www.w3.org/2001/XMLSchema" xmlns:xs="http://www.w3.org/2001/XMLSchema" xmlns:p="http://schemas.microsoft.com/office/2006/metadata/properties" xmlns:ns1="http://schemas.microsoft.com/sharepoint/v3" xmlns:ns2="ef9d8c99-a6c2-4b65-8451-32ff9efcb598" xmlns:ns3="f9fa3ad2-c39b-4954-a22f-40ec4b5ca1b3" targetNamespace="http://schemas.microsoft.com/office/2006/metadata/properties" ma:root="true" ma:fieldsID="c56e67a408995efa2d2879d54a1105e5" ns1:_="" ns2:_="" ns3:_="">
    <xsd:import namespace="http://schemas.microsoft.com/sharepoint/v3"/>
    <xsd:import namespace="ef9d8c99-a6c2-4b65-8451-32ff9efcb598"/>
    <xsd:import namespace="f9fa3ad2-c39b-4954-a22f-40ec4b5ca1b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f9d8c99-a6c2-4b65-8451-32ff9efcb5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c874fec-6985-468d-9a86-0194f6fd86d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a3ad2-c39b-4954-a22f-40ec4b5ca1b3"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c5d67ede-b7b7-4cda-a75c-da81bfd9e55d}" ma:internalName="TaxCatchAll" ma:showField="CatchAllData" ma:web="f9fa3ad2-c39b-4954-a22f-40ec4b5ca1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91F63C-04D8-476A-9BFF-D0385B170285}">
  <ds:schemaRefs>
    <ds:schemaRef ds:uri="ef9d8c99-a6c2-4b65-8451-32ff9efcb598"/>
    <ds:schemaRef ds:uri="f9fa3ad2-c39b-4954-a22f-40ec4b5ca1b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EE48D29-6726-467E-A710-21B494BF4543}">
  <ds:schemaRefs>
    <ds:schemaRef ds:uri="ef9d8c99-a6c2-4b65-8451-32ff9efcb598"/>
    <ds:schemaRef ds:uri="f9fa3ad2-c39b-4954-a22f-40ec4b5ca1b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A212881-A5A9-4A59-9981-1F8E3A2B1DD3}">
  <ds:schemaRefs>
    <ds:schemaRef ds:uri="http://schemas.microsoft.com/sharepoint/v3/contenttype/forms"/>
  </ds:schemaRefs>
</ds:datastoreItem>
</file>

<file path=docMetadata/LabelInfo.xml><?xml version="1.0" encoding="utf-8"?>
<clbl:labelList xmlns:clbl="http://schemas.microsoft.com/office/2020/mipLabelMetadata">
  <clbl:label id="{554eecc5-e26c-4620-b240-5a8bb326c33d}" enabled="1" method="Standard" siteId="{fae6d70f-954b-4811-92b6-0530d6f84c43}" removed="0"/>
</clbl:labelList>
</file>

<file path=docProps/app.xml><?xml version="1.0" encoding="utf-8"?>
<Properties xmlns="http://schemas.openxmlformats.org/officeDocument/2006/extended-properties" xmlns:vt="http://schemas.openxmlformats.org/officeDocument/2006/docPropsVTypes">
  <TotalTime>21</TotalTime>
  <Words>652</Words>
  <Application>Microsoft Macintosh PowerPoint</Application>
  <PresentationFormat>Widescreen</PresentationFormat>
  <Paragraphs>62</Paragraphs>
  <Slides>11</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Arial Bold</vt:lpstr>
      <vt:lpstr>Calibri</vt:lpstr>
      <vt:lpstr>Calibri Light</vt:lpstr>
      <vt:lpstr>Poppins</vt:lpstr>
      <vt:lpstr>US Army</vt:lpstr>
      <vt:lpstr>Wingdings</vt:lpstr>
      <vt:lpstr>US Army 2023 AFC DEVCOM Logo</vt:lpstr>
      <vt:lpstr>CLOUD RESOURCES: THE BASICS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Scholars!</dc:title>
  <dc:creator>Harrison</dc:creator>
  <cp:lastModifiedBy>Richard Kovach</cp:lastModifiedBy>
  <cp:revision>6</cp:revision>
  <dcterms:created xsi:type="dcterms:W3CDTF">2023-03-23T18:54:47Z</dcterms:created>
  <dcterms:modified xsi:type="dcterms:W3CDTF">2025-12-22T17:06:24Z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0x010100AB6E4716DCAC0248B42BB1E686CBAD0E</vt:lpwstr>
  </property>
  <property fmtid="{D5CDD505-2E9C-101B-9397-08002B2CF9AE}" pid="3" name="MediaServiceImageTags">
    <vt:lpwstr/>
  </property>
  <property fmtid="{D5CDD505-2E9C-101B-9397-08002B2CF9AE}" pid="4" name="Order">
    <vt:r8>122000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