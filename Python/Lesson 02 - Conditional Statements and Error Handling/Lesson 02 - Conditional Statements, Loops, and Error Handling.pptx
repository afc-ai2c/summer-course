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4"/>
  </p:sldMasterIdLst>
  <p:notesMasterIdLst>
    <p:notesMasterId r:id="rId30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x="9144000" cy="5143500" type="screen16x9"/>
  <p:notesSz cx="6858000" cy="9144000"/>
  <p:embeddedFontLst>
    <p:embeddedFont>
      <p:font typeface="Arial Bold" panose="020B0704020202020204" pitchFamily="34" charset="0"/>
      <p:bold r:id="rId31"/>
    </p:embeddedFont>
    <p:embeddedFont>
      <p:font typeface="Consolas" panose="020B0609020204030204" pitchFamily="49" charset="0"/>
      <p:regular r:id="rId32"/>
      <p:bold r:id="rId33"/>
      <p:italic r:id="rId34"/>
      <p:boldItalic r:id="rId35"/>
    </p:embeddedFont>
    <p:embeddedFont>
      <p:font typeface="Roboto" panose="02000000000000000000" pitchFamily="2" charset="0"/>
      <p:regular r:id="rId36"/>
      <p:bold r:id="rId37"/>
      <p:italic r:id="rId38"/>
      <p:boldItalic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4" roundtripDataSignature="AMtx7mhR28n/WwYP6NLmq1keFa6scSyeQ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0FD1EA-CF83-6AF1-2618-F0E19B6C97F2}" v="139" dt="2025-07-21T01:09:02.171"/>
  </p1510:revLst>
</p1510:revInfo>
</file>

<file path=ppt/tableStyles.xml><?xml version="1.0" encoding="utf-8"?>
<a:tblStyleLst xmlns:a="http://schemas.openxmlformats.org/drawingml/2006/main" def="{73A53AC3-02BE-4BBD-822B-44806B13A2D8}">
  <a:tblStyle styleId="{73A53AC3-02BE-4BBD-822B-44806B13A2D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7" d="100"/>
          <a:sy n="127" d="100"/>
        </p:scale>
        <p:origin x="620" y="3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9.fntdata"/><Relationship Id="rId21" Type="http://schemas.openxmlformats.org/officeDocument/2006/relationships/slide" Target="slides/slide17.xml"/><Relationship Id="rId34" Type="http://schemas.openxmlformats.org/officeDocument/2006/relationships/font" Target="fonts/font4.fntdata"/><Relationship Id="rId47" Type="http://schemas.openxmlformats.org/officeDocument/2006/relationships/theme" Target="theme/theme1.xml"/><Relationship Id="rId50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2.fntdata"/><Relationship Id="rId37" Type="http://schemas.openxmlformats.org/officeDocument/2006/relationships/font" Target="fonts/font7.fntdata"/><Relationship Id="rId45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6.fntdata"/><Relationship Id="rId49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1.fntdata"/><Relationship Id="rId44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8" Type="http://schemas.openxmlformats.org/officeDocument/2006/relationships/tableStyles" Target="tableStyle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3.fntdata"/><Relationship Id="rId38" Type="http://schemas.openxmlformats.org/officeDocument/2006/relationships/font" Target="fonts/font8.fntdata"/><Relationship Id="rId46" Type="http://schemas.openxmlformats.org/officeDocument/2006/relationships/viewProps" Target="viewProps.xml"/><Relationship Id="rId20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iedel, Brenna M CPT USARMY AFC AI2C (USA)" userId="S::brenna.m.friedel.mil@army.mil::4fe8b5d6-a82b-4ac6-ab8f-346e0799b26a" providerId="AD" clId="Web-{480FD1EA-CF83-6AF1-2618-F0E19B6C97F2}"/>
    <pc:docChg chg="modSld">
      <pc:chgData name="Friedel, Brenna M CPT USARMY AFC AI2C (USA)" userId="S::brenna.m.friedel.mil@army.mil::4fe8b5d6-a82b-4ac6-ab8f-346e0799b26a" providerId="AD" clId="Web-{480FD1EA-CF83-6AF1-2618-F0E19B6C97F2}" dt="2025-07-21T01:09:00.593" v="133" actId="20577"/>
      <pc:docMkLst>
        <pc:docMk/>
      </pc:docMkLst>
      <pc:sldChg chg="modSp">
        <pc:chgData name="Friedel, Brenna M CPT USARMY AFC AI2C (USA)" userId="S::brenna.m.friedel.mil@army.mil::4fe8b5d6-a82b-4ac6-ab8f-346e0799b26a" providerId="AD" clId="Web-{480FD1EA-CF83-6AF1-2618-F0E19B6C97F2}" dt="2025-07-21T01:05:39.254" v="67" actId="20577"/>
        <pc:sldMkLst>
          <pc:docMk/>
          <pc:sldMk cId="0" sldId="262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5:39.254" v="67" actId="20577"/>
          <ac:spMkLst>
            <pc:docMk/>
            <pc:sldMk cId="0" sldId="262"/>
            <ac:spMk id="101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2:43.996" v="7" actId="20577"/>
        <pc:sldMkLst>
          <pc:docMk/>
          <pc:sldMk cId="0" sldId="263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2:43.996" v="7" actId="20577"/>
          <ac:spMkLst>
            <pc:docMk/>
            <pc:sldMk cId="0" sldId="263"/>
            <ac:spMk id="107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8:50.576" v="131" actId="20577"/>
        <pc:sldMkLst>
          <pc:docMk/>
          <pc:sldMk cId="0" sldId="264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8:50.576" v="131" actId="20577"/>
          <ac:spMkLst>
            <pc:docMk/>
            <pc:sldMk cId="0" sldId="264"/>
            <ac:spMk id="113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3:17.357" v="23" actId="20577"/>
        <pc:sldMkLst>
          <pc:docMk/>
          <pc:sldMk cId="0" sldId="266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3:17.357" v="23" actId="20577"/>
          <ac:spMkLst>
            <pc:docMk/>
            <pc:sldMk cId="0" sldId="266"/>
            <ac:spMk id="125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5:48.677" v="69" actId="20577"/>
        <pc:sldMkLst>
          <pc:docMk/>
          <pc:sldMk cId="0" sldId="267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5:48.677" v="69" actId="20577"/>
          <ac:spMkLst>
            <pc:docMk/>
            <pc:sldMk cId="0" sldId="267"/>
            <ac:spMk id="131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5:53.739" v="72" actId="20577"/>
        <pc:sldMkLst>
          <pc:docMk/>
          <pc:sldMk cId="0" sldId="268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5:53.739" v="72" actId="20577"/>
          <ac:spMkLst>
            <pc:docMk/>
            <pc:sldMk cId="0" sldId="268"/>
            <ac:spMk id="137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4:37.845" v="41" actId="20577"/>
        <pc:sldMkLst>
          <pc:docMk/>
          <pc:sldMk cId="0" sldId="270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4:37.845" v="41" actId="20577"/>
          <ac:spMkLst>
            <pc:docMk/>
            <pc:sldMk cId="0" sldId="270"/>
            <ac:spMk id="149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9:00.593" v="133" actId="20577"/>
        <pc:sldMkLst>
          <pc:docMk/>
          <pc:sldMk cId="0" sldId="271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9:00.593" v="133" actId="20577"/>
          <ac:spMkLst>
            <pc:docMk/>
            <pc:sldMk cId="0" sldId="271"/>
            <ac:spMk id="155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7:10.321" v="98" actId="20577"/>
        <pc:sldMkLst>
          <pc:docMk/>
          <pc:sldMk cId="0" sldId="276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7:10.321" v="98" actId="20577"/>
          <ac:spMkLst>
            <pc:docMk/>
            <pc:sldMk cId="0" sldId="276"/>
            <ac:spMk id="184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7:46.620" v="112" actId="20577"/>
        <pc:sldMkLst>
          <pc:docMk/>
          <pc:sldMk cId="0" sldId="277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7:46.620" v="112" actId="20577"/>
          <ac:spMkLst>
            <pc:docMk/>
            <pc:sldMk cId="0" sldId="277"/>
            <ac:spMk id="190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8:03.387" v="120" actId="20577"/>
        <pc:sldMkLst>
          <pc:docMk/>
          <pc:sldMk cId="0" sldId="278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8:03.387" v="120" actId="20577"/>
          <ac:spMkLst>
            <pc:docMk/>
            <pc:sldMk cId="0" sldId="278"/>
            <ac:spMk id="196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8:15.528" v="123" actId="20577"/>
        <pc:sldMkLst>
          <pc:docMk/>
          <pc:sldMk cId="0" sldId="279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8:15.528" v="123" actId="20577"/>
          <ac:spMkLst>
            <pc:docMk/>
            <pc:sldMk cId="0" sldId="279"/>
            <ac:spMk id="202" creationId="{00000000-0000-0000-0000-000000000000}"/>
          </ac:spMkLst>
        </pc:spChg>
      </pc:sldChg>
      <pc:sldChg chg="modSp">
        <pc:chgData name="Friedel, Brenna M CPT USARMY AFC AI2C (USA)" userId="S::brenna.m.friedel.mil@army.mil::4fe8b5d6-a82b-4ac6-ab8f-346e0799b26a" providerId="AD" clId="Web-{480FD1EA-CF83-6AF1-2618-F0E19B6C97F2}" dt="2025-07-21T01:08:28.419" v="128" actId="20577"/>
        <pc:sldMkLst>
          <pc:docMk/>
          <pc:sldMk cId="0" sldId="280"/>
        </pc:sldMkLst>
        <pc:spChg chg="mod">
          <ac:chgData name="Friedel, Brenna M CPT USARMY AFC AI2C (USA)" userId="S::brenna.m.friedel.mil@army.mil::4fe8b5d6-a82b-4ac6-ab8f-346e0799b26a" providerId="AD" clId="Web-{480FD1EA-CF83-6AF1-2618-F0E19B6C97F2}" dt="2025-07-21T01:08:28.419" v="128" actId="20577"/>
          <ac:spMkLst>
            <pc:docMk/>
            <pc:sldMk cId="0" sldId="280"/>
            <ac:spMk id="208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2" name="Google Shape;6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6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4" name="Google Shape;7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44deeedf1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44deeedf1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44deeedf1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44deeedf1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44deeedf12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44deeedf12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44deeedf12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44deeedf12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0" name="Google Shape;11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●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Remember: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Defining a function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If-elif-else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Comparison operators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lvl="1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700"/>
              <a:buFont typeface="Roboto"/>
              <a:buChar char="○"/>
            </a:pPr>
            <a:r>
              <a:rPr lang="en" sz="1700">
                <a:solidFill>
                  <a:srgbClr val="666666"/>
                </a:solidFill>
                <a:latin typeface="Roboto"/>
                <a:ea typeface="Roboto"/>
                <a:cs typeface="Roboto"/>
                <a:sym typeface="Roboto"/>
              </a:rPr>
              <a:t>Early exits</a:t>
            </a:r>
            <a:endParaRPr sz="1700">
              <a:solidFill>
                <a:srgbClr val="666666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44deeedf12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44deeedf12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44deeedf12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44deeedf12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44deeedf12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44deeedf12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44deeedf12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44deeedf12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44deeedf12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44deeedf12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2" name="Google Shape;152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You will need nested loops.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The outer loop controls the number of lines.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The inner loop prints 1 2 3 on each line.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44deeedf12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8" name="Google Shape;158;g344deeedf12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4" name="Google Shape;164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44deeedf12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44deeedf12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44deeedf12_0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g344deeedf12_0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44deeedf12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44deeedf12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44deeedf12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44deeedf12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44deeedf12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44deeedf12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44deeedf12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5" name="Google Shape;205;g344deeedf12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39F9F092-1A2E-3BC5-0D99-EE4B132543F8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7A3E0868-4E26-4CDC-8A56-D70E2D8B12F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4D3DAC6A-DFDF-B313-4DB4-FA56B489F422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FC933DC4-3663-15AC-8A64-D7573EE2EC9F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2" name="Text Placeholder 30">
            <a:extLst>
              <a:ext uri="{FF2B5EF4-FFF2-40B4-BE49-F238E27FC236}">
                <a16:creationId xmlns:a16="http://schemas.microsoft.com/office/drawing/2014/main" id="{1FE393D1-D968-8D71-45F7-5B4A7CEF5CF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23" name="Text Placeholder 30">
            <a:extLst>
              <a:ext uri="{FF2B5EF4-FFF2-40B4-BE49-F238E27FC236}">
                <a16:creationId xmlns:a16="http://schemas.microsoft.com/office/drawing/2014/main" id="{DF69BC8A-AD59-63A3-64A2-27F7496859F1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24" name="Text Placeholder 30">
            <a:extLst>
              <a:ext uri="{FF2B5EF4-FFF2-40B4-BE49-F238E27FC236}">
                <a16:creationId xmlns:a16="http://schemas.microsoft.com/office/drawing/2014/main" id="{EDE4793B-EE3D-A719-6990-5D9F67CBAF13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25" name="Text Placeholder 30">
            <a:extLst>
              <a:ext uri="{FF2B5EF4-FFF2-40B4-BE49-F238E27FC236}">
                <a16:creationId xmlns:a16="http://schemas.microsoft.com/office/drawing/2014/main" id="{A24EE18E-6DA7-CB84-1F21-8DF1C748238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26" name="Text Placeholder 30">
            <a:extLst>
              <a:ext uri="{FF2B5EF4-FFF2-40B4-BE49-F238E27FC236}">
                <a16:creationId xmlns:a16="http://schemas.microsoft.com/office/drawing/2014/main" id="{AAEE65B4-7FC0-51E0-61A9-DA039122F268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30">
            <a:extLst>
              <a:ext uri="{FF2B5EF4-FFF2-40B4-BE49-F238E27FC236}">
                <a16:creationId xmlns:a16="http://schemas.microsoft.com/office/drawing/2014/main" id="{6483CD3B-2F61-38F8-2851-B10539781BD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0">
            <a:extLst>
              <a:ext uri="{FF2B5EF4-FFF2-40B4-BE49-F238E27FC236}">
                <a16:creationId xmlns:a16="http://schemas.microsoft.com/office/drawing/2014/main" id="{F72C11EB-F1A8-B896-9775-C7ADA2F83259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30">
            <a:extLst>
              <a:ext uri="{FF2B5EF4-FFF2-40B4-BE49-F238E27FC236}">
                <a16:creationId xmlns:a16="http://schemas.microsoft.com/office/drawing/2014/main" id="{4BF91907-2C5A-9E08-110C-64B850CA6482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0F5C0BB3-E700-E0BE-1E5D-F32BFF0DB730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8765D769-2E19-A1D0-70F0-660B5118F3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67708F-A6ED-2C67-AAB2-F57AAA10F9A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grpSp>
        <p:nvGrpSpPr>
          <p:cNvPr id="4" name="Group">
            <a:extLst>
              <a:ext uri="{FF2B5EF4-FFF2-40B4-BE49-F238E27FC236}">
                <a16:creationId xmlns:a16="http://schemas.microsoft.com/office/drawing/2014/main" id="{0D2A18CE-EA59-FCDB-5CF9-72169831C6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15" name="Rectangle">
              <a:extLst>
                <a:ext uri="{FF2B5EF4-FFF2-40B4-BE49-F238E27FC236}">
                  <a16:creationId xmlns:a16="http://schemas.microsoft.com/office/drawing/2014/main" id="{453FC9A3-D341-95FE-49D0-507EC65462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18" name="Line">
              <a:extLst>
                <a:ext uri="{FF2B5EF4-FFF2-40B4-BE49-F238E27FC236}">
                  <a16:creationId xmlns:a16="http://schemas.microsoft.com/office/drawing/2014/main" id="{2A030869-4AC4-CE94-F004-03103C4DBC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19" name="Line">
              <a:extLst>
                <a:ext uri="{FF2B5EF4-FFF2-40B4-BE49-F238E27FC236}">
                  <a16:creationId xmlns:a16="http://schemas.microsoft.com/office/drawing/2014/main" id="{5AB8E5F3-02DC-C870-FF70-6B7F087F40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31" name="Title 1">
            <a:extLst>
              <a:ext uri="{FF2B5EF4-FFF2-40B4-BE49-F238E27FC236}">
                <a16:creationId xmlns:a16="http://schemas.microsoft.com/office/drawing/2014/main" id="{0A3716E9-1A78-32FC-3DC4-30F60037386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1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PRESENTATION TITLE</a:t>
            </a:r>
            <a:b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</a:br>
            <a:r>
              <a:rPr kumimoji="0" lang="en-US" sz="2700" b="0" i="0" u="none" strike="noStrike" kern="1200" cap="all" spc="0" normalizeH="0" baseline="0" noProof="0">
                <a:ln>
                  <a:noFill/>
                </a:ln>
                <a:solidFill>
                  <a:srgbClr val="FFCC01"/>
                </a:solidFill>
                <a:effectLst/>
                <a:uLnTx/>
                <a:uFillTx/>
                <a:latin typeface="Arial"/>
                <a:ea typeface="+mj-ea"/>
                <a:cs typeface="+mj-cs"/>
              </a:rPr>
              <a:t>THREE LINES MAX</a:t>
            </a:r>
            <a:endParaRPr lang="en-US"/>
          </a:p>
        </p:txBody>
      </p:sp>
      <p:sp>
        <p:nvSpPr>
          <p:cNvPr id="32" name="Subtitle 2">
            <a:extLst>
              <a:ext uri="{FF2B5EF4-FFF2-40B4-BE49-F238E27FC236}">
                <a16:creationId xmlns:a16="http://schemas.microsoft.com/office/drawing/2014/main" id="{9BBCBD69-970D-2A8D-E951-CFBC732DBCF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845FCD4C-F9C5-DECB-5274-6DEC95A50B5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0D24ED-E5F8-CA86-25F1-78110A690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15">
            <a:extLst>
              <a:ext uri="{FF2B5EF4-FFF2-40B4-BE49-F238E27FC236}">
                <a16:creationId xmlns:a16="http://schemas.microsoft.com/office/drawing/2014/main" id="{5F51F9D9-5896-27C6-545B-841C41CB76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5793518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B5714-1C67-5305-161F-BB8ABA64529E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6DDC931E-8CBE-4A3F-A034-9B6122C6DCDB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6A96F-567A-34EC-DC2C-66C406228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8" name="U.S. Army" descr="U.S. Army">
            <a:extLst>
              <a:ext uri="{FF2B5EF4-FFF2-40B4-BE49-F238E27FC236}">
                <a16:creationId xmlns:a16="http://schemas.microsoft.com/office/drawing/2014/main" id="{C4525471-71C4-E84C-06B5-CF4BA10994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135668" y="78731"/>
            <a:ext cx="2434590" cy="919356"/>
          </a:xfrm>
          <a:prstGeom prst="rect">
            <a:avLst/>
          </a:prstGeom>
          <a:noFill/>
        </p:spPr>
      </p:pic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00EB67EC-5954-991C-39BB-6509621390EB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3" name="Text Placeholder 30">
            <a:extLst>
              <a:ext uri="{FF2B5EF4-FFF2-40B4-BE49-F238E27FC236}">
                <a16:creationId xmlns:a16="http://schemas.microsoft.com/office/drawing/2014/main" id="{E6059881-3615-6A80-014A-12F5EBBBE25A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E2D99AAA-01B9-ED71-F90F-711F200233E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AA78AC6A-4B5E-2F9D-94D1-897336CBC5FD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E909E494-A135-FCDC-B270-D6B7047A3B1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99D08674-52BB-F86B-32DC-93D0F45597F7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75B8A948-14E8-9F98-4694-85A4D577B42A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0">
            <a:extLst>
              <a:ext uri="{FF2B5EF4-FFF2-40B4-BE49-F238E27FC236}">
                <a16:creationId xmlns:a16="http://schemas.microsoft.com/office/drawing/2014/main" id="{8594BC0E-E83A-A7AB-AD3C-A280B5A706D3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30">
            <a:extLst>
              <a:ext uri="{FF2B5EF4-FFF2-40B4-BE49-F238E27FC236}">
                <a16:creationId xmlns:a16="http://schemas.microsoft.com/office/drawing/2014/main" id="{45C25EBB-0808-3B97-D5EC-84FE1867AB1B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1EEF3E66-AAEE-1C6B-9049-032018F0EF1A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tx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48" name="Group">
            <a:extLst>
              <a:ext uri="{FF2B5EF4-FFF2-40B4-BE49-F238E27FC236}">
                <a16:creationId xmlns:a16="http://schemas.microsoft.com/office/drawing/2014/main" id="{1D6D8113-2B65-BAC0-DBC2-601012CF01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7" cy="1783080"/>
            <a:chOff x="411163" y="2240280"/>
            <a:chExt cx="6446837" cy="2377440"/>
          </a:xfrm>
        </p:grpSpPr>
        <p:sp>
          <p:nvSpPr>
            <p:cNvPr id="49" name="Rectangle">
              <a:extLst>
                <a:ext uri="{FF2B5EF4-FFF2-40B4-BE49-F238E27FC236}">
                  <a16:creationId xmlns:a16="http://schemas.microsoft.com/office/drawing/2014/main" id="{7528BC0B-D239-46B3-8ED2-9B82FDC07FC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221F20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50" name="Line">
              <a:extLst>
                <a:ext uri="{FF2B5EF4-FFF2-40B4-BE49-F238E27FC236}">
                  <a16:creationId xmlns:a16="http://schemas.microsoft.com/office/drawing/2014/main" id="{435BD1FC-4390-71A4-34EE-951EFF0886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51" name="Line">
              <a:extLst>
                <a:ext uri="{FF2B5EF4-FFF2-40B4-BE49-F238E27FC236}">
                  <a16:creationId xmlns:a16="http://schemas.microsoft.com/office/drawing/2014/main" id="{F4A81146-41CE-E3FA-3A50-29CA5D91DB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2796" y="3931920"/>
              <a:ext cx="0" cy="685800"/>
            </a:xfrm>
            <a:prstGeom prst="line">
              <a:avLst/>
            </a:prstGeom>
            <a:ln w="19050" cap="flat">
              <a:solidFill>
                <a:srgbClr val="221F20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52" name="Title 1">
            <a:extLst>
              <a:ext uri="{FF2B5EF4-FFF2-40B4-BE49-F238E27FC236}">
                <a16:creationId xmlns:a16="http://schemas.microsoft.com/office/drawing/2014/main" id="{34261743-5C6B-193D-74C7-FC918BD33CB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0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53" name="Subtitle 2">
            <a:extLst>
              <a:ext uri="{FF2B5EF4-FFF2-40B4-BE49-F238E27FC236}">
                <a16:creationId xmlns:a16="http://schemas.microsoft.com/office/drawing/2014/main" id="{09DA0322-2B5C-8F10-EE8B-1FE75C5A5BF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0" y="2838549"/>
            <a:ext cx="2674144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54" name="Text Placeholder 3">
            <a:extLst>
              <a:ext uri="{FF2B5EF4-FFF2-40B4-BE49-F238E27FC236}">
                <a16:creationId xmlns:a16="http://schemas.microsoft.com/office/drawing/2014/main" id="{76359DCF-E748-9D74-A7A5-1B8C52B3E3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</p:spTree>
    <p:extLst>
      <p:ext uri="{BB962C8B-B14F-4D97-AF65-F5344CB8AC3E}">
        <p14:creationId xmlns:p14="http://schemas.microsoft.com/office/powerpoint/2010/main" val="45104956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-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19">
            <a:extLst>
              <a:ext uri="{FF2B5EF4-FFF2-40B4-BE49-F238E27FC236}">
                <a16:creationId xmlns:a16="http://schemas.microsoft.com/office/drawing/2014/main" id="{F9D3AB9C-26E9-8E88-3B55-B4A5EC7C31F2}"/>
              </a:ext>
            </a:extLst>
          </p:cNvPr>
          <p:cNvSpPr>
            <a:spLocks noGrp="1"/>
          </p:cNvSpPr>
          <p:nvPr>
            <p:ph type="dt" sz="half" idx="49"/>
          </p:nvPr>
        </p:nvSpPr>
        <p:spPr/>
        <p:txBody>
          <a:bodyPr/>
          <a:lstStyle/>
          <a:p>
            <a:fld id="{D41656AB-D2E1-472E-8B95-0DF5C6E1D623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F1316F0-9F13-53EA-1597-09232B2FF1AB}"/>
              </a:ext>
            </a:extLst>
          </p:cNvPr>
          <p:cNvSpPr>
            <a:spLocks noGrp="1"/>
          </p:cNvSpPr>
          <p:nvPr>
            <p:ph type="sldNum" sz="quarter" idx="5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5" name="U.S. Army" descr="U.S. Army">
            <a:extLst>
              <a:ext uri="{FF2B5EF4-FFF2-40B4-BE49-F238E27FC236}">
                <a16:creationId xmlns:a16="http://schemas.microsoft.com/office/drawing/2014/main" id="{499EE878-E6B9-0543-B958-85A17AE36A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black">
          <a:xfrm>
            <a:off x="183674" y="84473"/>
            <a:ext cx="2434590" cy="919356"/>
          </a:xfrm>
          <a:prstGeom prst="rect">
            <a:avLst/>
          </a:prstGeom>
        </p:spPr>
      </p:pic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96CD17E6-26AB-FBB2-220C-D5185212C51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10766" y="3850148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9" name="Text Placeholder 30">
            <a:extLst>
              <a:ext uri="{FF2B5EF4-FFF2-40B4-BE49-F238E27FC236}">
                <a16:creationId xmlns:a16="http://schemas.microsoft.com/office/drawing/2014/main" id="{FCD1ED33-CCD9-E1B6-327A-71BC6F62C4DB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10766" y="3714554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Controlled by: </a:t>
            </a:r>
          </a:p>
        </p:txBody>
      </p:sp>
      <p:sp>
        <p:nvSpPr>
          <p:cNvPr id="11" name="Text Placeholder 30">
            <a:extLst>
              <a:ext uri="{FF2B5EF4-FFF2-40B4-BE49-F238E27FC236}">
                <a16:creationId xmlns:a16="http://schemas.microsoft.com/office/drawing/2014/main" id="{A255632D-60F3-C439-D931-6B2874E894D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10766" y="3985742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CUI Category: </a:t>
            </a:r>
          </a:p>
        </p:txBody>
      </p:sp>
      <p:sp>
        <p:nvSpPr>
          <p:cNvPr id="12" name="Text Placeholder 30">
            <a:extLst>
              <a:ext uri="{FF2B5EF4-FFF2-40B4-BE49-F238E27FC236}">
                <a16:creationId xmlns:a16="http://schemas.microsoft.com/office/drawing/2014/main" id="{0BD3A2B1-9D40-83E3-4243-B4A52B6A636E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10766" y="4121336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Distribution Statement: </a:t>
            </a:r>
          </a:p>
        </p:txBody>
      </p:sp>
      <p:sp>
        <p:nvSpPr>
          <p:cNvPr id="14" name="Text Placeholder 30">
            <a:extLst>
              <a:ext uri="{FF2B5EF4-FFF2-40B4-BE49-F238E27FC236}">
                <a16:creationId xmlns:a16="http://schemas.microsoft.com/office/drawing/2014/main" id="{7AADD113-BD09-95AA-FFBA-DCC255F69FA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10766" y="4256930"/>
            <a:ext cx="1001676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POC: </a:t>
            </a:r>
          </a:p>
        </p:txBody>
      </p:sp>
      <p:sp>
        <p:nvSpPr>
          <p:cNvPr id="15" name="Text Placeholder 30">
            <a:extLst>
              <a:ext uri="{FF2B5EF4-FFF2-40B4-BE49-F238E27FC236}">
                <a16:creationId xmlns:a16="http://schemas.microsoft.com/office/drawing/2014/main" id="{A9D52B79-92E5-4D64-1757-D13A0674723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1485900" y="3850148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0">
            <a:extLst>
              <a:ext uri="{FF2B5EF4-FFF2-40B4-BE49-F238E27FC236}">
                <a16:creationId xmlns:a16="http://schemas.microsoft.com/office/drawing/2014/main" id="{DF04F3CB-62F5-7A9F-E397-4800E51C0E24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1485900" y="3714554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30">
            <a:extLst>
              <a:ext uri="{FF2B5EF4-FFF2-40B4-BE49-F238E27FC236}">
                <a16:creationId xmlns:a16="http://schemas.microsoft.com/office/drawing/2014/main" id="{DA62CE27-72C2-A083-C796-4F047A2FF421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1485900" y="3985742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0">
            <a:extLst>
              <a:ext uri="{FF2B5EF4-FFF2-40B4-BE49-F238E27FC236}">
                <a16:creationId xmlns:a16="http://schemas.microsoft.com/office/drawing/2014/main" id="{52DBCCDB-5EAD-73A2-7911-8AF50B29DC4E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1485900" y="4121336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0">
            <a:extLst>
              <a:ext uri="{FF2B5EF4-FFF2-40B4-BE49-F238E27FC236}">
                <a16:creationId xmlns:a16="http://schemas.microsoft.com/office/drawing/2014/main" id="{90D5656D-B16A-18B1-A790-538AB817A94E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1485900" y="4256930"/>
            <a:ext cx="2343701" cy="103874"/>
          </a:xfrm>
          <a:prstGeom prst="rect">
            <a:avLst/>
          </a:prstGeom>
          <a:solidFill>
            <a:schemeClr val="tx1">
              <a:alpha val="93000"/>
            </a:schemeClr>
          </a:solidFill>
          <a:ln w="3175">
            <a:solidFill>
              <a:schemeClr val="tx1"/>
            </a:solidFill>
          </a:ln>
        </p:spPr>
        <p:txBody>
          <a:bodyPr wrap="square" lIns="91440" tIns="0" rIns="365760" bIns="0" anchor="ctr" anchorCtr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675" b="0" baseline="0">
                <a:solidFill>
                  <a:schemeClr val="bg1"/>
                </a:solidFill>
                <a:latin typeface="+mn-lt"/>
                <a:cs typeface="Arial Bold" panose="020B0704020202020204" pitchFamily="34" charset="0"/>
              </a:defRPr>
            </a:lvl1pPr>
            <a:lvl2pPr marL="342884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2pPr>
            <a:lvl3pPr marL="685766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3pPr>
            <a:lvl4pPr marL="1028649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4pPr>
            <a:lvl5pPr marL="1371532" indent="0">
              <a:buNone/>
              <a:defRPr sz="750">
                <a:latin typeface="Arial Bold" panose="020B0704020202020204" pitchFamily="34" charset="0"/>
                <a:cs typeface="Arial Bold" panose="020B07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23" name="Group">
            <a:extLst>
              <a:ext uri="{FF2B5EF4-FFF2-40B4-BE49-F238E27FC236}">
                <a16:creationId xmlns:a16="http://schemas.microsoft.com/office/drawing/2014/main" id="{732179A9-275F-FEF3-042C-4AB3B9CBCA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411164" y="1480665"/>
            <a:ext cx="5380036" cy="1783080"/>
            <a:chOff x="411163" y="2240280"/>
            <a:chExt cx="6446837" cy="2377440"/>
          </a:xfrm>
        </p:grpSpPr>
        <p:sp>
          <p:nvSpPr>
            <p:cNvPr id="24" name="Rectangle">
              <a:extLst>
                <a:ext uri="{FF2B5EF4-FFF2-40B4-BE49-F238E27FC236}">
                  <a16:creationId xmlns:a16="http://schemas.microsoft.com/office/drawing/2014/main" id="{B785B252-84B5-5634-9FB4-0C23629312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411163" y="2240280"/>
              <a:ext cx="6446837" cy="2377440"/>
            </a:xfrm>
            <a:prstGeom prst="rect">
              <a:avLst/>
            </a:prstGeom>
            <a:noFill/>
            <a:ln w="19050" cap="flat">
              <a:solidFill>
                <a:srgbClr val="FFCC01"/>
              </a:solidFill>
              <a:miter lim="800000"/>
            </a:ln>
          </p:spPr>
          <p:style>
            <a:lnRef idx="0">
              <a:schemeClr val="accent1"/>
            </a:lnRef>
            <a:fillRef idx="1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100000"/>
                </a:lnSpc>
              </a:pPr>
              <a:endParaRPr lang="en-US" sz="1200"/>
            </a:p>
          </p:txBody>
        </p:sp>
        <p:cxnSp>
          <p:nvCxnSpPr>
            <p:cNvPr id="25" name="Line">
              <a:extLst>
                <a:ext uri="{FF2B5EF4-FFF2-40B4-BE49-F238E27FC236}">
                  <a16:creationId xmlns:a16="http://schemas.microsoft.com/office/drawing/2014/main" id="{1DF8A784-7C74-A05E-2009-0B4EC38FF5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11163" y="3931920"/>
              <a:ext cx="6446837" cy="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  <p:cxnSp>
          <p:nvCxnSpPr>
            <p:cNvPr id="26" name="Line">
              <a:extLst>
                <a:ext uri="{FF2B5EF4-FFF2-40B4-BE49-F238E27FC236}">
                  <a16:creationId xmlns:a16="http://schemas.microsoft.com/office/drawing/2014/main" id="{2E02CEE1-988F-0417-BE5F-BA01AFD1B2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274795" y="3931920"/>
              <a:ext cx="0" cy="685800"/>
            </a:xfrm>
            <a:prstGeom prst="line">
              <a:avLst/>
            </a:prstGeom>
            <a:ln w="19050" cap="flat">
              <a:solidFill>
                <a:srgbClr val="FFCC0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rgbClr val="000000"/>
            </a:effectRef>
            <a:fontRef idx="minor">
              <a:schemeClr val="lt1"/>
            </a:fontRef>
          </p:style>
        </p:cxnSp>
      </p:grpSp>
      <p:sp>
        <p:nvSpPr>
          <p:cNvPr id="27" name="Title 1">
            <a:extLst>
              <a:ext uri="{FF2B5EF4-FFF2-40B4-BE49-F238E27FC236}">
                <a16:creationId xmlns:a16="http://schemas.microsoft.com/office/drawing/2014/main" id="{63A7B886-8E04-5007-BB32-A7D7AE38413B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85801" y="1652115"/>
            <a:ext cx="4822031" cy="994410"/>
          </a:xfrm>
        </p:spPr>
        <p:txBody>
          <a:bodyPr anchor="t" anchorCtr="0"/>
          <a:lstStyle>
            <a:lvl1pPr algn="l">
              <a:lnSpc>
                <a:spcPct val="80000"/>
              </a:lnSpc>
              <a:defRPr sz="2700"/>
            </a:lvl1pPr>
          </a:lstStyle>
          <a:p>
            <a:r>
              <a:rPr lang="en-US"/>
              <a:t>Presentation title</a:t>
            </a:r>
            <a:br>
              <a:rPr lang="en-US"/>
            </a:br>
            <a:r>
              <a:rPr lang="en-US"/>
              <a:t>PRESENTATION TITLE</a:t>
            </a:r>
            <a:br>
              <a:rPr lang="en-US"/>
            </a:br>
            <a:r>
              <a:rPr lang="en-US"/>
              <a:t>THREE LINES MAX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378B44EF-38A4-9707-9ED0-23F22C855CA7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85801" y="2838549"/>
            <a:ext cx="2674143" cy="342900"/>
          </a:xfrm>
        </p:spPr>
        <p:txBody>
          <a:bodyPr anchor="ctr" anchorCtr="0"/>
          <a:lstStyle>
            <a:lvl1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1pPr>
            <a:lvl2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2pPr>
            <a:lvl3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3pPr>
            <a:lvl4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4pPr>
            <a:lvl5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5pPr>
            <a:lvl6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6pPr>
            <a:lvl7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7pPr>
            <a:lvl8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8pPr>
            <a:lvl9pPr marL="0" indent="0" algn="l">
              <a:spcBef>
                <a:spcPts val="0"/>
              </a:spcBef>
              <a:buNone/>
              <a:defRPr sz="900" b="1">
                <a:solidFill>
                  <a:schemeClr val="tx2"/>
                </a:solidFill>
              </a:defRPr>
            </a:lvl9pPr>
          </a:lstStyle>
          <a:p>
            <a:r>
              <a:rPr lang="en-US"/>
              <a:t>[Presentation subtitle/description]</a:t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6EB225BD-8BA1-27E0-7708-54249ED7D35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909060" y="2838549"/>
            <a:ext cx="1598771" cy="342900"/>
          </a:xfrm>
        </p:spPr>
        <p:txBody>
          <a:bodyPr anchor="ctr" anchorCtr="0"/>
          <a:lstStyle>
            <a:lvl1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1pPr>
            <a:lvl2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2pPr>
            <a:lvl3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3pPr>
            <a:lvl4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4pPr>
            <a:lvl5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5pPr>
            <a:lvl6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6pPr>
            <a:lvl7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7pPr>
            <a:lvl8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8pPr>
            <a:lvl9pPr marL="0" indent="0" algn="ctr">
              <a:lnSpc>
                <a:spcPct val="80000"/>
              </a:lnSpc>
              <a:spcBef>
                <a:spcPts val="0"/>
              </a:spcBef>
              <a:buFontTx/>
              <a:buNone/>
              <a:defRPr sz="1050" b="1" cap="all" baseline="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[00 Month 0000]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7DA15189-0EE0-5679-2F6C-19C49A630D8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  <p:sp>
        <p:nvSpPr>
          <p:cNvPr id="2" name="Rectangle 15">
            <a:extLst>
              <a:ext uri="{FF2B5EF4-FFF2-40B4-BE49-F238E27FC236}">
                <a16:creationId xmlns:a16="http://schemas.microsoft.com/office/drawing/2014/main" id="{D4C88638-6856-0BEB-48E7-78E46B7E57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DCC2702-2764-1DE3-1940-31386289C0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</p:spTree>
    <p:extLst>
      <p:ext uri="{BB962C8B-B14F-4D97-AF65-F5344CB8AC3E}">
        <p14:creationId xmlns:p14="http://schemas.microsoft.com/office/powerpoint/2010/main" val="31838403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200149"/>
            <a:ext cx="50963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FBB89F-F200-3967-06C8-C1B71C7F0F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11480" y="4972050"/>
            <a:ext cx="617220" cy="171450"/>
          </a:xfrm>
        </p:spPr>
        <p:txBody>
          <a:bodyPr lIns="0"/>
          <a:lstStyle/>
          <a:p>
            <a:fld id="{AD622D1A-DF83-41A8-85FF-04D90BF831D3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C0BAD3-337A-DC60-A7ED-BF13F08262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8433828" y="4972050"/>
            <a:ext cx="299408" cy="171450"/>
          </a:xfrm>
        </p:spPr>
        <p:txBody>
          <a:bodyPr rIns="0"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6862337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0915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3576077-E818-BDF1-A607-CD8784277F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4F72C3-CDF3-44A8-B602-1649B1728485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B9DE45-E855-FE62-197B-32BBD9BBBA5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14098846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A9713ED7-122D-D0BC-7C53-E1C615A94F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278124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6144767" y="1200150"/>
            <a:ext cx="2587752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645ED9-A46E-B9F8-0D30-36DF4C37823A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E0132BA-B5E7-4FFD-AF6C-169169D47D4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7D0D458-416D-011B-0311-0C2B249BF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78026406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200150"/>
            <a:ext cx="1874519" cy="342900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99E75897-C7CA-D608-954E-EA24E33CBE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81A30091-1C2A-4151-8D3C-D1E47A72615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00C8CD-D32C-E34D-BB8E-34B4CB816D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3796866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I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61ED6E9-4BFC-F986-93E1-1249E94D97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2FDCDCBF-BE41-ACC6-2307-F24F0B601969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411480" y="1200150"/>
            <a:ext cx="418338" cy="416624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1148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C7652FE0-2E63-C05D-5D80-EE5429B0A7EE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256032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4" name="Content Placeholder 5"/>
          <p:cNvSpPr>
            <a:spLocks noGrp="1"/>
          </p:cNvSpPr>
          <p:nvPr>
            <p:ph sz="half" idx="2"/>
          </p:nvPr>
        </p:nvSpPr>
        <p:spPr>
          <a:xfrm>
            <a:off x="256032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Picture Placeholder 6">
            <a:extLst>
              <a:ext uri="{FF2B5EF4-FFF2-40B4-BE49-F238E27FC236}">
                <a16:creationId xmlns:a16="http://schemas.microsoft.com/office/drawing/2014/main" id="{B76F3E0A-3A89-0179-6808-7B86658B2939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470916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8">
            <a:extLst>
              <a:ext uri="{FF2B5EF4-FFF2-40B4-BE49-F238E27FC236}">
                <a16:creationId xmlns:a16="http://schemas.microsoft.com/office/drawing/2014/main" id="{83E5AF74-1A89-50D1-F570-2D5345102584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6858000" y="1200150"/>
            <a:ext cx="418338" cy="418338"/>
          </a:xfrm>
        </p:spPr>
        <p:txBody>
          <a:bodyPr anchor="ctr" anchorCtr="0"/>
          <a:lstStyle>
            <a:lvl1pPr marL="0" indent="0" algn="ctr">
              <a:buFontTx/>
              <a:buNone/>
              <a:defRPr sz="600"/>
            </a:lvl1pPr>
          </a:lstStyle>
          <a:p>
            <a:r>
              <a:rPr lang="en-US"/>
              <a:t>[Icon]</a:t>
            </a: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498"/>
            <a:ext cx="1874519" cy="2914652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8B7C8174-B194-B25B-91AA-597E72C81310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5D703CE-07B4-4C05-A488-B4566700621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89FF259-217B-3F10-C738-AE2C6A9EE838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24666212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354C21BF-3440-8CAE-0A59-466346C771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>
                <a:solidFill>
                  <a:schemeClr val="tx1"/>
                </a:solidFill>
              </a:defRPr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>
                <a:solidFill>
                  <a:schemeClr val="tx1"/>
                </a:solidFill>
              </a:defRPr>
            </a:lvl2pPr>
            <a:lvl3pPr marL="205740" indent="-102870">
              <a:defRPr sz="975">
                <a:solidFill>
                  <a:schemeClr val="tx1"/>
                </a:solidFill>
              </a:defRPr>
            </a:lvl3pPr>
            <a:lvl4pPr marL="308610" indent="-102870">
              <a:defRPr sz="975">
                <a:solidFill>
                  <a:schemeClr val="tx1"/>
                </a:solidFill>
              </a:defRPr>
            </a:lvl4pPr>
            <a:lvl5pPr marL="411480" indent="-102870">
              <a:defRPr sz="975">
                <a:solidFill>
                  <a:schemeClr val="tx1"/>
                </a:solidFill>
              </a:defRPr>
            </a:lvl5pPr>
            <a:lvl6pPr marL="514350" indent="-102870">
              <a:defRPr sz="975">
                <a:solidFill>
                  <a:schemeClr val="tx1"/>
                </a:solidFill>
              </a:defRPr>
            </a:lvl6pPr>
            <a:lvl7pPr marL="617220" indent="-102870">
              <a:defRPr sz="975">
                <a:solidFill>
                  <a:schemeClr val="tx1"/>
                </a:solidFill>
              </a:defRPr>
            </a:lvl7pPr>
            <a:lvl8pPr marL="720090" indent="-102870">
              <a:defRPr sz="975">
                <a:solidFill>
                  <a:schemeClr val="tx1"/>
                </a:solidFill>
              </a:defRPr>
            </a:lvl8pPr>
            <a:lvl9pPr marL="822960" indent="-102870">
              <a:defRPr sz="975">
                <a:solidFill>
                  <a:schemeClr val="tx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CB012D9A-AE72-0239-7D2F-3E585FB16AD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694BD61C-20BA-43AF-A21F-1DAFB3200099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07D52D1-634D-ECD5-045A-38F96B973A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DEB0DA69-FBF7-5C40-833F-1B7B11772F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597C6E0-6809-7398-D956-E5305EC75B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84E015-ECF9-BB95-F3AC-0C50F66718F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3670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6D6FD270-DB0B-36F0-B138-75209607ED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291465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E669241-96AF-C7FA-0BE4-6592ABD25879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7B8021B-6105-4216-96FC-94348F216D0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A6C2643F-F661-8B8E-E36F-1F135C6F65B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71040674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8 Numbers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AEEBA188-82A1-2FC4-842F-8120003B65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2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>
                <a:solidFill>
                  <a:schemeClr val="tx2"/>
                </a:solidFill>
              </a:rPr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6E3723B8-B265-6943-67A5-DF3F0D5EC1CD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5D27CFAB-73E6-44A8-B862-B3306344E3F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8D4AF177-759A-A93C-2097-C2C22D93680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36" name="Rectangle 15">
            <a:extLst>
              <a:ext uri="{FF2B5EF4-FFF2-40B4-BE49-F238E27FC236}">
                <a16:creationId xmlns:a16="http://schemas.microsoft.com/office/drawing/2014/main" id="{FEDB97C0-F514-9C55-3E16-9FC0105AEF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C06597B-21CB-E031-D41A-B15442D12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419FAE-92B3-3B6A-EDE9-C7A373F39B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012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8 Numbers -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">
            <a:extLst>
              <a:ext uri="{FF2B5EF4-FFF2-40B4-BE49-F238E27FC236}">
                <a16:creationId xmlns:a16="http://schemas.microsoft.com/office/drawing/2014/main" id="{963F0940-E33E-9D7F-C52B-16CFD0545B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cxnSp>
        <p:nvCxnSpPr>
          <p:cNvPr id="15" name="Line">
            <a:extLst>
              <a:ext uri="{FF2B5EF4-FFF2-40B4-BE49-F238E27FC236}">
                <a16:creationId xmlns:a16="http://schemas.microsoft.com/office/drawing/2014/main" id="{8412A77E-32D6-ECE7-C58C-21E3C08D86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3" name="TextBox">
            <a:extLst>
              <a:ext uri="{FF2B5EF4-FFF2-40B4-BE49-F238E27FC236}">
                <a16:creationId xmlns:a16="http://schemas.microsoft.com/office/drawing/2014/main" id="{AF47D3F9-758C-0713-980A-E6E56BBC1088}"/>
              </a:ext>
            </a:extLst>
          </p:cNvPr>
          <p:cNvSpPr txBox="1"/>
          <p:nvPr/>
        </p:nvSpPr>
        <p:spPr>
          <a:xfrm>
            <a:off x="41148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8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D7771284-6191-6AE5-C8DC-E26F4DD280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0" name="TextBox">
            <a:extLst>
              <a:ext uri="{FF2B5EF4-FFF2-40B4-BE49-F238E27FC236}">
                <a16:creationId xmlns:a16="http://schemas.microsoft.com/office/drawing/2014/main" id="{0D9A8745-BD6D-12B2-16DF-02CB2BB85704}"/>
              </a:ext>
            </a:extLst>
          </p:cNvPr>
          <p:cNvSpPr txBox="1"/>
          <p:nvPr/>
        </p:nvSpPr>
        <p:spPr>
          <a:xfrm>
            <a:off x="256032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6032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1" name="Line">
            <a:extLst>
              <a:ext uri="{FF2B5EF4-FFF2-40B4-BE49-F238E27FC236}">
                <a16:creationId xmlns:a16="http://schemas.microsoft.com/office/drawing/2014/main" id="{7F3E6C41-3F3A-5394-DD39-6844F7E137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2" name="TextBox">
            <a:extLst>
              <a:ext uri="{FF2B5EF4-FFF2-40B4-BE49-F238E27FC236}">
                <a16:creationId xmlns:a16="http://schemas.microsoft.com/office/drawing/2014/main" id="{BBB1FB2A-A05A-0E6A-2901-52A7D695A891}"/>
              </a:ext>
            </a:extLst>
          </p:cNvPr>
          <p:cNvSpPr txBox="1"/>
          <p:nvPr/>
        </p:nvSpPr>
        <p:spPr>
          <a:xfrm>
            <a:off x="470916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03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617618FB-CD21-AF4A-B264-6355E9BD7981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0916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4" name="Line">
            <a:extLst>
              <a:ext uri="{FF2B5EF4-FFF2-40B4-BE49-F238E27FC236}">
                <a16:creationId xmlns:a16="http://schemas.microsoft.com/office/drawing/2014/main" id="{FE115B30-3E6D-E823-531E-BB5BAA199B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12001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16" name="TextBox">
            <a:extLst>
              <a:ext uri="{FF2B5EF4-FFF2-40B4-BE49-F238E27FC236}">
                <a16:creationId xmlns:a16="http://schemas.microsoft.com/office/drawing/2014/main" id="{694F0353-A0DD-9642-BDD7-8FC612070822}"/>
              </a:ext>
            </a:extLst>
          </p:cNvPr>
          <p:cNvSpPr txBox="1"/>
          <p:nvPr/>
        </p:nvSpPr>
        <p:spPr>
          <a:xfrm>
            <a:off x="6858001" y="13030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04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873DCC96-E62A-5505-4F1E-4A80C849820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858001" y="17145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1A90E933-723C-D9CC-B7AB-3043EDAB63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1148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8" name="TextBox">
            <a:extLst>
              <a:ext uri="{FF2B5EF4-FFF2-40B4-BE49-F238E27FC236}">
                <a16:creationId xmlns:a16="http://schemas.microsoft.com/office/drawing/2014/main" id="{8E3B414F-BCCF-E0E0-A5B7-9D21FED7A614}"/>
              </a:ext>
            </a:extLst>
          </p:cNvPr>
          <p:cNvSpPr txBox="1"/>
          <p:nvPr/>
        </p:nvSpPr>
        <p:spPr>
          <a:xfrm>
            <a:off x="41148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05</a:t>
            </a:r>
          </a:p>
        </p:txBody>
      </p:sp>
      <p:sp>
        <p:nvSpPr>
          <p:cNvPr id="18" name="Content Placeholder 6">
            <a:extLst>
              <a:ext uri="{FF2B5EF4-FFF2-40B4-BE49-F238E27FC236}">
                <a16:creationId xmlns:a16="http://schemas.microsoft.com/office/drawing/2014/main" id="{5731522F-82BF-A739-FBD5-84B13AFCBF10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41148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Line">
            <a:extLst>
              <a:ext uri="{FF2B5EF4-FFF2-40B4-BE49-F238E27FC236}">
                <a16:creationId xmlns:a16="http://schemas.microsoft.com/office/drawing/2014/main" id="{B07AB9A6-54AF-4DC6-E298-2E576695A6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6032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0" name="TextBox">
            <a:extLst>
              <a:ext uri="{FF2B5EF4-FFF2-40B4-BE49-F238E27FC236}">
                <a16:creationId xmlns:a16="http://schemas.microsoft.com/office/drawing/2014/main" id="{E79A49CF-30B2-91DC-6BCA-2A41DD4CBF09}"/>
              </a:ext>
            </a:extLst>
          </p:cNvPr>
          <p:cNvSpPr txBox="1"/>
          <p:nvPr/>
        </p:nvSpPr>
        <p:spPr>
          <a:xfrm>
            <a:off x="256032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06</a:t>
            </a:r>
          </a:p>
        </p:txBody>
      </p:sp>
      <p:sp>
        <p:nvSpPr>
          <p:cNvPr id="25" name="Content Placeholder 7">
            <a:extLst>
              <a:ext uri="{FF2B5EF4-FFF2-40B4-BE49-F238E27FC236}">
                <a16:creationId xmlns:a16="http://schemas.microsoft.com/office/drawing/2014/main" id="{5FE6691B-ACEF-8803-7DC3-70B52F89990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256032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1" name="Line">
            <a:extLst>
              <a:ext uri="{FF2B5EF4-FFF2-40B4-BE49-F238E27FC236}">
                <a16:creationId xmlns:a16="http://schemas.microsoft.com/office/drawing/2014/main" id="{DE9CD609-8A04-24B8-B562-11703E18D2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70916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2" name="TextBox">
            <a:extLst>
              <a:ext uri="{FF2B5EF4-FFF2-40B4-BE49-F238E27FC236}">
                <a16:creationId xmlns:a16="http://schemas.microsoft.com/office/drawing/2014/main" id="{7C5E0031-266F-D418-0BAB-9BD3C4F1EC3F}"/>
              </a:ext>
            </a:extLst>
          </p:cNvPr>
          <p:cNvSpPr txBox="1"/>
          <p:nvPr/>
        </p:nvSpPr>
        <p:spPr>
          <a:xfrm>
            <a:off x="470916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07</a:t>
            </a:r>
          </a:p>
        </p:txBody>
      </p:sp>
      <p:sp>
        <p:nvSpPr>
          <p:cNvPr id="26" name="Content Placeholder 8">
            <a:extLst>
              <a:ext uri="{FF2B5EF4-FFF2-40B4-BE49-F238E27FC236}">
                <a16:creationId xmlns:a16="http://schemas.microsoft.com/office/drawing/2014/main" id="{772BE48E-72DE-7245-BBDA-BF3FEC69BED1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470916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23" name="Line">
            <a:extLst>
              <a:ext uri="{FF2B5EF4-FFF2-40B4-BE49-F238E27FC236}">
                <a16:creationId xmlns:a16="http://schemas.microsoft.com/office/drawing/2014/main" id="{51FB53C0-6EA8-D891-85A3-23EE83EAD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0" y="2914650"/>
            <a:ext cx="1874520" cy="0"/>
          </a:xfrm>
          <a:prstGeom prst="line">
            <a:avLst/>
          </a:prstGeom>
          <a:ln w="19050" cap="flat">
            <a:solidFill>
              <a:schemeClr val="tx1"/>
            </a:solidFill>
            <a:miter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</p:cxnSp>
      <p:sp>
        <p:nvSpPr>
          <p:cNvPr id="24" name="TextBox">
            <a:extLst>
              <a:ext uri="{FF2B5EF4-FFF2-40B4-BE49-F238E27FC236}">
                <a16:creationId xmlns:a16="http://schemas.microsoft.com/office/drawing/2014/main" id="{6BF9F70B-8D8A-3E73-E423-909DA6A75EB4}"/>
              </a:ext>
            </a:extLst>
          </p:cNvPr>
          <p:cNvSpPr txBox="1"/>
          <p:nvPr/>
        </p:nvSpPr>
        <p:spPr>
          <a:xfrm>
            <a:off x="6858001" y="3017520"/>
            <a:ext cx="1874519" cy="3429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8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2700" b="1"/>
              <a:t>08</a:t>
            </a:r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EA060839-AF98-8040-7AE9-8F0D7E00C135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6858001" y="3429000"/>
            <a:ext cx="1874519" cy="994410"/>
          </a:xfrm>
        </p:spPr>
        <p:txBody>
          <a:bodyPr/>
          <a:lstStyle>
            <a:lvl1pPr marL="0" indent="0">
              <a:spcBef>
                <a:spcPts val="750"/>
              </a:spcBef>
              <a:buNone/>
              <a:defRPr sz="975"/>
            </a:lvl1pPr>
            <a:lvl2pPr marL="102870" indent="-102870">
              <a:spcBef>
                <a:spcPts val="750"/>
              </a:spcBef>
              <a:buFont typeface="Arial" panose="020B0604020202020204" pitchFamily="34" charset="0"/>
              <a:buChar char="▪"/>
              <a:defRPr sz="975"/>
            </a:lvl2pPr>
            <a:lvl3pPr marL="205740" indent="-102870">
              <a:defRPr sz="975"/>
            </a:lvl3pPr>
            <a:lvl4pPr marL="308610" indent="-102870">
              <a:defRPr sz="975"/>
            </a:lvl4pPr>
            <a:lvl5pPr marL="411480" indent="-102870">
              <a:defRPr sz="975"/>
            </a:lvl5pPr>
            <a:lvl6pPr marL="514350" indent="-102870">
              <a:defRPr sz="975"/>
            </a:lvl6pPr>
            <a:lvl7pPr marL="617220" indent="-102870">
              <a:defRPr sz="975"/>
            </a:lvl7pPr>
            <a:lvl8pPr marL="720090" indent="-102870">
              <a:defRPr sz="975"/>
            </a:lvl8pPr>
            <a:lvl9pPr marL="82296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Date Placeholder 27">
            <a:extLst>
              <a:ext uri="{FF2B5EF4-FFF2-40B4-BE49-F238E27FC236}">
                <a16:creationId xmlns:a16="http://schemas.microsoft.com/office/drawing/2014/main" id="{4C43927A-9072-62B2-E6B6-C90CC98BD41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A9B2E784-A5F5-4301-881B-94AC8DBF9DED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29" name="Slide Number Placeholder 28">
            <a:extLst>
              <a:ext uri="{FF2B5EF4-FFF2-40B4-BE49-F238E27FC236}">
                <a16:creationId xmlns:a16="http://schemas.microsoft.com/office/drawing/2014/main" id="{7C0BB974-2130-F29B-EFD0-42CC6056022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6441362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A0F3CE13-290E-12C4-BDCA-17CB5BAFF74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F67DC4-909F-6BF0-DB86-8675E25715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F3D174-1921-7F28-5394-750C376C77F2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18EAB3A5-9E92-4BB9-8F22-9632B4FBEDB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BD6737-D835-6484-7A3F-BAD2D784E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B09A03-7F71-C11F-C219-9F32BF2D5BC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3658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1479" y="1200150"/>
            <a:ext cx="4023360" cy="3429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DEDA6D-3B28-23A1-C2EE-BBB7617D7DC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40923810-5FB2-48C9-96CA-1DE2C477314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31B70-C8F2-D686-C30C-B4651FF04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9D1DFBC2-C4E8-E691-E48C-B8D2CF49CDA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99864173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Imag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4D455EB0-A36D-4986-9393-AA1D5CE6C0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308610"/>
            <a:ext cx="8321040" cy="233172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" y="2846070"/>
            <a:ext cx="4023360" cy="685800"/>
          </a:xfrm>
        </p:spPr>
        <p:txBody>
          <a:bodyPr/>
          <a:lstStyle>
            <a:lvl1pPr>
              <a:defRPr sz="2100" b="1" cap="none" baseline="0"/>
            </a:lvl1pPr>
          </a:lstStyle>
          <a:p>
            <a:r>
              <a:rPr lang="en-US"/>
              <a:t>[Slide title]</a:t>
            </a:r>
          </a:p>
        </p:txBody>
      </p:sp>
      <p:sp>
        <p:nvSpPr>
          <p:cNvPr id="3" name="Content Placeholder 3"/>
          <p:cNvSpPr>
            <a:spLocks noGrp="1"/>
          </p:cNvSpPr>
          <p:nvPr>
            <p:ph sz="half" idx="1"/>
          </p:nvPr>
        </p:nvSpPr>
        <p:spPr>
          <a:xfrm>
            <a:off x="4709159" y="2846070"/>
            <a:ext cx="4023360" cy="17830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39DE7-660B-3FA9-966D-AB1D9EF6AC81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E50EFF4B-86EB-42FB-93EA-7D8F9CB2466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763529-A3F2-C0F4-1A5C-AAFFF34D7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41372969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2390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218">
          <p15:clr>
            <a:srgbClr val="A4A3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09159" y="1200150"/>
            <a:ext cx="4023360" cy="171450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709159" y="3086100"/>
            <a:ext cx="4023360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4709159" y="3394710"/>
            <a:ext cx="4023360" cy="123444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309248A-8803-C0D0-F841-DA0B643CD6D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FB14FC24-E041-45E9-9A72-E5755A86890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E501E26-5E18-9AC3-2607-A695FA23E63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8500093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  <p15:guide id="3" orient="horz" pos="2592">
          <p15:clr>
            <a:srgbClr val="A4A3A4"/>
          </p15:clr>
        </p15:guide>
        <p15:guide id="4" orient="horz" pos="2448">
          <p15:clr>
            <a:srgbClr val="A4A3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79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78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79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278123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8123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3278123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144767" y="1200150"/>
            <a:ext cx="2587752" cy="12687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44767" y="2640330"/>
            <a:ext cx="2587752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350" b="1"/>
            </a:lvl1pPr>
            <a:lvl2pPr marL="0" indent="0">
              <a:spcBef>
                <a:spcPts val="0"/>
              </a:spcBef>
              <a:buFontTx/>
              <a:buNone/>
              <a:defRPr sz="1350" b="1"/>
            </a:lvl2pPr>
            <a:lvl3pPr marL="0" indent="0">
              <a:spcBef>
                <a:spcPts val="0"/>
              </a:spcBef>
              <a:buFontTx/>
              <a:buNone/>
              <a:defRPr sz="1350" b="1"/>
            </a:lvl3pPr>
            <a:lvl4pPr marL="0" indent="0">
              <a:spcBef>
                <a:spcPts val="0"/>
              </a:spcBef>
              <a:buFontTx/>
              <a:buNone/>
              <a:defRPr sz="1350" b="1"/>
            </a:lvl4pPr>
            <a:lvl5pPr marL="0" indent="0">
              <a:spcBef>
                <a:spcPts val="0"/>
              </a:spcBef>
              <a:buFontTx/>
              <a:buNone/>
              <a:defRPr sz="1350" b="1"/>
            </a:lvl5pPr>
            <a:lvl6pPr marL="0" indent="0">
              <a:spcBef>
                <a:spcPts val="0"/>
              </a:spcBef>
              <a:buFontTx/>
              <a:buNone/>
              <a:defRPr sz="1350" b="1"/>
            </a:lvl6pPr>
            <a:lvl7pPr marL="0" indent="0">
              <a:spcBef>
                <a:spcPts val="0"/>
              </a:spcBef>
              <a:buFontTx/>
              <a:buNone/>
              <a:defRPr sz="1350" b="1"/>
            </a:lvl7pPr>
            <a:lvl8pPr marL="0" indent="0">
              <a:spcBef>
                <a:spcPts val="0"/>
              </a:spcBef>
              <a:buFontTx/>
              <a:buNone/>
              <a:defRPr sz="1350" b="1"/>
            </a:lvl8pPr>
            <a:lvl9pPr marL="0" indent="0">
              <a:spcBef>
                <a:spcPts val="0"/>
              </a:spcBef>
              <a:buFontTx/>
              <a:buNone/>
              <a:defRPr sz="135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6144767" y="2948940"/>
            <a:ext cx="2587752" cy="1680210"/>
          </a:xfrm>
        </p:spPr>
        <p:txBody>
          <a:bodyPr/>
          <a:lstStyle>
            <a:lvl1pPr marL="102870" indent="-102870">
              <a:defRPr sz="1125"/>
            </a:lvl1pPr>
            <a:lvl2pPr marL="205740" indent="-102870">
              <a:defRPr sz="1125"/>
            </a:lvl2pPr>
            <a:lvl3pPr marL="308610" indent="-102870">
              <a:defRPr sz="1125"/>
            </a:lvl3pPr>
            <a:lvl4pPr marL="411480" indent="-102870">
              <a:defRPr sz="1125"/>
            </a:lvl4pPr>
            <a:lvl5pPr marL="514350" indent="-102870">
              <a:defRPr sz="1125"/>
            </a:lvl5pPr>
            <a:lvl6pPr marL="617220" indent="-102870">
              <a:defRPr sz="1125"/>
            </a:lvl6pPr>
            <a:lvl7pPr marL="720090" indent="-102870">
              <a:defRPr sz="1125"/>
            </a:lvl7pPr>
            <a:lvl8pPr marL="822960" indent="-102870">
              <a:defRPr sz="1125"/>
            </a:lvl8pPr>
            <a:lvl9pPr marL="925830" indent="-102870"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CC41EC7-A74C-7FAC-CAAF-B45134A90C1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8A19125-94A7-4474-858C-FD9C4ABE9DDA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0DCE38A9-CABF-9588-DDD8-93DD198F7EC2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600036886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2218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2074">
          <p15:clr>
            <a:srgbClr val="A4A3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and 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C17D0BA3-CE88-4FFE-E80D-CD039190BDD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4C4A4C8-609A-5582-34D3-DD47E15FD26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114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AE500155-914F-3AB3-C892-09CE75C5448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11480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3" name="Content Placeholder 4"/>
          <p:cNvSpPr>
            <a:spLocks noGrp="1"/>
          </p:cNvSpPr>
          <p:nvPr>
            <p:ph sz="half" idx="1"/>
          </p:nvPr>
        </p:nvSpPr>
        <p:spPr>
          <a:xfrm>
            <a:off x="4114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FC3A5FBE-3D66-4376-9A16-FE11155BA55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571604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CD5289C6-6376-08BD-CF12-DE93A92EFB7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71604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4" name="Content Placeholder 7"/>
          <p:cNvSpPr>
            <a:spLocks noGrp="1"/>
          </p:cNvSpPr>
          <p:nvPr>
            <p:ph sz="half" idx="2"/>
          </p:nvPr>
        </p:nvSpPr>
        <p:spPr>
          <a:xfrm>
            <a:off x="2571604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8">
            <a:extLst>
              <a:ext uri="{FF2B5EF4-FFF2-40B4-BE49-F238E27FC236}">
                <a16:creationId xmlns:a16="http://schemas.microsoft.com/office/drawing/2014/main" id="{2F1293E6-42E9-E8B5-FFA8-86FB82D4865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9788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1A0087B1-BE04-FAAE-807C-18D539A585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788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2" name="Content Placeholder 10">
            <a:extLst>
              <a:ext uri="{FF2B5EF4-FFF2-40B4-BE49-F238E27FC236}">
                <a16:creationId xmlns:a16="http://schemas.microsoft.com/office/drawing/2014/main" id="{9A4D43E8-8B9E-0180-3592-10B667D09516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469788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Picture Placeholder 11">
            <a:extLst>
              <a:ext uri="{FF2B5EF4-FFF2-40B4-BE49-F238E27FC236}">
                <a16:creationId xmlns:a16="http://schemas.microsoft.com/office/drawing/2014/main" id="{D206E8B5-48CF-3920-10E8-5C214FEE93B1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858001" y="1200150"/>
            <a:ext cx="1874519" cy="925830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Text Placeholder 12">
            <a:extLst>
              <a:ext uri="{FF2B5EF4-FFF2-40B4-BE49-F238E27FC236}">
                <a16:creationId xmlns:a16="http://schemas.microsoft.com/office/drawing/2014/main" id="{30A8711B-6FCD-CC40-76D9-6F2EED66A6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858001" y="2297430"/>
            <a:ext cx="1874519" cy="2743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1200" b="1"/>
            </a:lvl1pPr>
            <a:lvl2pPr marL="0" indent="0">
              <a:spcBef>
                <a:spcPts val="0"/>
              </a:spcBef>
              <a:buFontTx/>
              <a:buNone/>
              <a:defRPr sz="1200" b="1"/>
            </a:lvl2pPr>
            <a:lvl3pPr marL="0" indent="0">
              <a:spcBef>
                <a:spcPts val="0"/>
              </a:spcBef>
              <a:buFontTx/>
              <a:buNone/>
              <a:defRPr sz="1200" b="1"/>
            </a:lvl3pPr>
            <a:lvl4pPr marL="0" indent="0">
              <a:spcBef>
                <a:spcPts val="0"/>
              </a:spcBef>
              <a:buFontTx/>
              <a:buNone/>
              <a:defRPr sz="1200" b="1"/>
            </a:lvl4pPr>
            <a:lvl5pPr marL="0" indent="0">
              <a:spcBef>
                <a:spcPts val="0"/>
              </a:spcBef>
              <a:buFontTx/>
              <a:buNone/>
              <a:defRPr sz="1200" b="1"/>
            </a:lvl5pPr>
            <a:lvl6pPr marL="0" indent="0">
              <a:spcBef>
                <a:spcPts val="0"/>
              </a:spcBef>
              <a:buFontTx/>
              <a:buNone/>
              <a:defRPr sz="1200" b="1"/>
            </a:lvl6pPr>
            <a:lvl7pPr marL="0" indent="0">
              <a:spcBef>
                <a:spcPts val="0"/>
              </a:spcBef>
              <a:buFontTx/>
              <a:buNone/>
              <a:defRPr sz="1200" b="1"/>
            </a:lvl7pPr>
            <a:lvl8pPr marL="0" indent="0">
              <a:spcBef>
                <a:spcPts val="0"/>
              </a:spcBef>
              <a:buFontTx/>
              <a:buNone/>
              <a:defRPr sz="1200" b="1"/>
            </a:lvl8pPr>
            <a:lvl9pPr marL="0" indent="0">
              <a:spcBef>
                <a:spcPts val="0"/>
              </a:spcBef>
              <a:buFontTx/>
              <a:buNone/>
              <a:defRPr sz="1200" b="1"/>
            </a:lvl9pPr>
          </a:lstStyle>
          <a:p>
            <a:pPr lvl="0"/>
            <a:r>
              <a:rPr lang="en-US"/>
              <a:t>[Subtitle]</a:t>
            </a:r>
          </a:p>
        </p:txBody>
      </p:sp>
      <p:sp>
        <p:nvSpPr>
          <p:cNvPr id="15" name="Content Placeholder 13">
            <a:extLst>
              <a:ext uri="{FF2B5EF4-FFF2-40B4-BE49-F238E27FC236}">
                <a16:creationId xmlns:a16="http://schemas.microsoft.com/office/drawing/2014/main" id="{ABA13BFB-DABC-41BC-F712-51774CC8BA1C}"/>
              </a:ext>
            </a:extLst>
          </p:cNvPr>
          <p:cNvSpPr>
            <a:spLocks noGrp="1"/>
          </p:cNvSpPr>
          <p:nvPr>
            <p:ph sz="half" idx="21"/>
          </p:nvPr>
        </p:nvSpPr>
        <p:spPr>
          <a:xfrm>
            <a:off x="6858001" y="2606040"/>
            <a:ext cx="1874519" cy="2023110"/>
          </a:xfrm>
        </p:spPr>
        <p:txBody>
          <a:bodyPr/>
          <a:lstStyle>
            <a:lvl1pPr marL="102870" indent="-102870">
              <a:defRPr sz="975"/>
            </a:lvl1pPr>
            <a:lvl2pPr marL="205740" indent="-102870">
              <a:defRPr sz="975"/>
            </a:lvl2pPr>
            <a:lvl3pPr marL="308610" indent="-102870">
              <a:defRPr sz="975"/>
            </a:lvl3pPr>
            <a:lvl4pPr marL="411480" indent="-102870">
              <a:defRPr sz="975"/>
            </a:lvl4pPr>
            <a:lvl5pPr marL="514350" indent="-102870">
              <a:defRPr sz="975"/>
            </a:lvl5pPr>
            <a:lvl6pPr marL="617220" indent="-102870">
              <a:defRPr sz="975"/>
            </a:lvl6pPr>
            <a:lvl7pPr marL="720090" indent="-102870">
              <a:defRPr sz="975"/>
            </a:lvl7pPr>
            <a:lvl8pPr marL="822960" indent="-102870">
              <a:defRPr sz="975"/>
            </a:lvl8pPr>
            <a:lvl9pPr marL="925830" indent="-102870">
              <a:defRPr sz="97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6FA3AB29-95C5-BB81-8596-7248603E0DB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3BA0343D-C8D8-43CE-BB79-50DEA219DB07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F8249F74-522A-F15A-97B8-27047D5DEDAE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1906116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1786">
          <p15:clr>
            <a:srgbClr val="A4A3A4"/>
          </p15:clr>
        </p15:guide>
        <p15:guide id="3" orient="horz" pos="3888">
          <p15:clr>
            <a:srgbClr val="A4A3A4"/>
          </p15:clr>
        </p15:guide>
        <p15:guide id="4" orient="horz" pos="1930">
          <p15:clr>
            <a:srgbClr val="A4A3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B62121C3-FD56-A9B2-1088-141E0BDB4C1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DBADC8-E5B3-9DDB-F294-C14F7AA987B8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453BD212-0B9F-4987-965F-AC83B2FC354F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7DADDA-8448-690C-2CAB-FA7E28471B81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3" name="Rectangle 15">
            <a:extLst>
              <a:ext uri="{FF2B5EF4-FFF2-40B4-BE49-F238E27FC236}">
                <a16:creationId xmlns:a16="http://schemas.microsoft.com/office/drawing/2014/main" id="{29767174-7781-C263-3756-CD54301026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6F2182-1ACE-5AD5-681B-31F3C21870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A0C2669-2091-19FC-7FA5-E8DD4A44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56333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Imag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D68235BF-5094-B6AD-6429-61352C54DE9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71450"/>
            <a:ext cx="9144000" cy="4800600"/>
          </a:xfrm>
          <a:solidFill>
            <a:srgbClr val="56555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FFFFFF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2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C6E9F-9E2F-3968-F76A-CD8240DB9C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68580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EB74B-4EFA-464C-722C-FBCA5174031B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220AF9C2-5E8A-4308-AE6B-CA9B65007D0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C19503-16E7-50C5-8995-F8E0DCB6B62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E613F9-1842-268A-DF27-3F9D765027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7245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0" y="308611"/>
            <a:ext cx="6173470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5096351" cy="3017520"/>
          </a:xfrm>
        </p:spPr>
        <p:txBody>
          <a:bodyPr/>
          <a:lstStyle>
            <a:lvl1pPr marL="0" indent="0">
              <a:spcBef>
                <a:spcPts val="0"/>
              </a:spcBef>
              <a:buFontTx/>
              <a:buNone/>
              <a:defRPr sz="21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subtitle]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8CC6170-ECB5-A830-2874-091E3641013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FF31E861-D2AF-431D-860B-DCF67C218052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B1CE1D-5DB3-7DB4-A801-B688218E7EC6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3368818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White 0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0"/>
            <a:ext cx="4023995" cy="685800"/>
          </a:xfrm>
        </p:spPr>
        <p:txBody>
          <a:bodyPr anchor="t" anchorCtr="0"/>
          <a:lstStyle>
            <a:lvl1pPr>
              <a:lnSpc>
                <a:spcPct val="90000"/>
              </a:lnSpc>
              <a:defRPr sz="1800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3EF29EDB-49B7-13CD-321C-E88CD44FB7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200150"/>
            <a:ext cx="5096351" cy="3429000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0"/>
              </a:spcBef>
              <a:buFontTx/>
              <a:buNone/>
              <a:defRPr sz="2700"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[Long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A978CF-9C5E-3CFC-1FBF-80FF0C14A03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D1DA25B2-AAF1-4C1F-AA38-12D5BFA7D4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496E61-43C3-4A10-6216-8AA17EF97B8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0118886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- Half Image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98909E-3F3B-28FF-B01F-B77401FC0BCC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A25C0F39-45D0-48E9-90B3-7FE8FCE561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4506F2-72D4-8024-72B5-E5E4464D05D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6FB94CE1-6713-07D6-4B5A-4A8C98A3721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Rectangle 15">
            <a:extLst>
              <a:ext uri="{FF2B5EF4-FFF2-40B4-BE49-F238E27FC236}">
                <a16:creationId xmlns:a16="http://schemas.microsoft.com/office/drawing/2014/main" id="{F827E20F-449C-FD35-0420-0D0665538D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B78D2D4-DCB9-0AD3-0C18-6C6757224C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0600B0-1249-F5D8-D1B7-CC4F0AD64E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0406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Half Image -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11481" y="308611"/>
            <a:ext cx="4023995" cy="891778"/>
          </a:xfrm>
        </p:spPr>
        <p:txBody>
          <a:bodyPr anchor="t" anchorCtr="0"/>
          <a:lstStyle>
            <a:lvl1pPr>
              <a:lnSpc>
                <a:spcPct val="80000"/>
              </a:lnSpc>
              <a:defRPr sz="3000" spc="-75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[Section title]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D05FCA9-6234-AA37-16E9-CA72B744A8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1480" y="1611630"/>
            <a:ext cx="4023994" cy="3017520"/>
          </a:xfrm>
        </p:spPr>
        <p:txBody>
          <a:bodyPr/>
          <a:lstStyle>
            <a:lvl1pPr marL="0" indent="0">
              <a:spcBef>
                <a:spcPts val="750"/>
              </a:spcBef>
              <a:buFontTx/>
              <a:buNone/>
              <a:defRPr/>
            </a:lvl1pPr>
            <a:lvl2pPr marL="137160" indent="-137160">
              <a:spcBef>
                <a:spcPts val="750"/>
              </a:spcBef>
              <a:buFont typeface="Arial" panose="020B0604020202020204" pitchFamily="34" charset="0"/>
              <a:buChar char="▪"/>
              <a:defRPr/>
            </a:lvl2pPr>
            <a:lvl3pPr marL="274320">
              <a:defRPr/>
            </a:lvl3pPr>
            <a:lvl4pPr marL="411480">
              <a:defRPr/>
            </a:lvl4pPr>
            <a:lvl5pPr marL="548640">
              <a:defRPr/>
            </a:lvl5pPr>
            <a:lvl6pPr marL="685800">
              <a:defRPr/>
            </a:lvl6pPr>
            <a:lvl7pPr marL="822960">
              <a:defRPr/>
            </a:lvl7pPr>
            <a:lvl8pPr marL="960120">
              <a:defRPr/>
            </a:lvl8pPr>
            <a:lvl9pPr marL="1097280">
              <a:defRPr/>
            </a:lvl9pPr>
          </a:lstStyle>
          <a:p>
            <a:pPr lvl="0"/>
            <a:r>
              <a:rPr lang="en-US"/>
              <a:t>[Optional section description]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  <a:p>
            <a:pPr lvl="6"/>
            <a:r>
              <a:rPr lang="en-US"/>
              <a:t>Seventh level</a:t>
            </a:r>
          </a:p>
          <a:p>
            <a:pPr lvl="7"/>
            <a:r>
              <a:rPr lang="en-US"/>
              <a:t>Eighth level</a:t>
            </a:r>
          </a:p>
          <a:p>
            <a:pPr lvl="8"/>
            <a:r>
              <a:rPr lang="en-US"/>
              <a:t>Ninth level</a:t>
            </a:r>
          </a:p>
        </p:txBody>
      </p:sp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99F1DF14-7FE6-F760-F31F-7EF2AD60D9C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708528" y="807244"/>
            <a:ext cx="4024311" cy="3821906"/>
          </a:xfrm>
          <a:solidFill>
            <a:srgbClr val="D5D5D7"/>
          </a:solidFill>
        </p:spPr>
        <p:txBody>
          <a:bodyPr anchor="ctr" anchorCtr="0"/>
          <a:lstStyle>
            <a:lvl1pPr marL="0" indent="0" algn="ctr">
              <a:buFontTx/>
              <a:buNone/>
              <a:defRPr sz="750">
                <a:solidFill>
                  <a:srgbClr val="221F20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223B66-3A13-0C9F-B944-AC25D742AF96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9BAF1A3D-92FA-4F24-9781-74AFA516A23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544B9-C835-CF1D-D28F-2122F278951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52996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354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79C0D1-24E4-F8B5-5008-90B631F44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19C672-856D-4617-A693-8FE15749A9B7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D0708B-B177-BDB5-031F-585D18C07E8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885756755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Only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[Slide title]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32747-3E71-8E75-327E-02C5877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6C764D-A39E-4C03-B161-E0BC66E8883B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282339-D15E-F6F1-894B-9E00561215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2" name="Rectangle 15">
            <a:extLst>
              <a:ext uri="{FF2B5EF4-FFF2-40B4-BE49-F238E27FC236}">
                <a16:creationId xmlns:a16="http://schemas.microsoft.com/office/drawing/2014/main" id="{833783EA-3887-4D75-CFC6-A032432DD7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42907C-64C3-CBB8-169A-BB3EFFC55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44B3BC7-1721-F04F-32EA-9BA47104C8A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26153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1008">
          <p15:clr>
            <a:srgbClr val="A4A3A4"/>
          </p15:clr>
        </p15:guide>
        <p15:guide id="2" orient="horz" pos="3888">
          <p15:clr>
            <a:srgbClr val="A4A3A4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663EDA0-A0A8-B169-0C67-503B7AD628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3E33F9-20B7-4995-BE7D-165DBB59785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91F9A-E3C3-E735-5763-00096014542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243383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- Black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7CC9F-EDC9-A6F7-DA66-4A306089A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1C263-3501-4369-A962-62B6BF915CDE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9D9C3A-06B5-D7B7-AE0A-005090EAD78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B76758EE-15B3-7721-5E75-E147C88706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CC5DC3A-1F9F-1C52-8FA1-007E776E4A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>
                <a:solidFill>
                  <a:schemeClr val="tx1"/>
                </a:solidFill>
                <a:latin typeface="+mn-lt"/>
                <a:cs typeface="Arial Bold" panose="020B0704020202020204" pitchFamily="34" charset="0"/>
              </a:rPr>
              <a:t>EDIT CONTROL STATEMENT UNDER &gt; VIEW &gt; SLIDE MASTER &gt; SCROLL TO TOP &gt; CHANGE HEADER AND FOOTER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9D1ED16-EB0F-ACBF-80D9-A9A76A8D752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2712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orient="horz" pos="3888">
          <p15:clr>
            <a:srgbClr val="A4A3A4"/>
          </p15:clr>
        </p15:guide>
        <p15:guide id="2" orient="horz" pos="1008">
          <p15:clr>
            <a:srgbClr val="A4A3A4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">
            <a:extLst>
              <a:ext uri="{FF2B5EF4-FFF2-40B4-BE49-F238E27FC236}">
                <a16:creationId xmlns:a16="http://schemas.microsoft.com/office/drawing/2014/main" id="{9FBB499C-D22E-E02E-342C-293D573F4036}"/>
              </a:ext>
            </a:extLst>
          </p:cNvPr>
          <p:cNvSpPr txBox="1"/>
          <p:nvPr/>
        </p:nvSpPr>
        <p:spPr>
          <a:xfrm>
            <a:off x="411162" y="1611630"/>
            <a:ext cx="8321040" cy="10287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indent="0">
              <a:lnSpc>
                <a:spcPct val="90000"/>
              </a:lnSpc>
              <a:spcBef>
                <a:spcPts val="0"/>
              </a:spcBef>
              <a:buSzPct val="100000"/>
              <a:buFontTx/>
              <a:buNone/>
            </a:pPr>
            <a:r>
              <a:rPr lang="en-US" sz="3600" cap="all" baseline="0">
                <a:solidFill>
                  <a:srgbClr val="FFCC01"/>
                </a:solidFill>
              </a:rPr>
              <a:t>THANK YOU.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00DDD06-33DA-C48B-4271-22D241C5EC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1164" y="3614561"/>
            <a:ext cx="4024312" cy="1028699"/>
          </a:xfrm>
        </p:spPr>
        <p:txBody>
          <a:bodyPr anchor="b" anchorCtr="0"/>
          <a:lstStyle>
            <a:lvl1pPr marL="0" indent="0">
              <a:spcBef>
                <a:spcPts val="0"/>
              </a:spcBef>
              <a:buFontTx/>
              <a:buNone/>
              <a:defRPr sz="900"/>
            </a:lvl1pPr>
            <a:lvl2pPr marL="0" indent="0">
              <a:spcBef>
                <a:spcPts val="0"/>
              </a:spcBef>
              <a:buFontTx/>
              <a:buNone/>
              <a:defRPr sz="900"/>
            </a:lvl2pPr>
            <a:lvl3pPr marL="0" indent="0">
              <a:spcBef>
                <a:spcPts val="0"/>
              </a:spcBef>
              <a:buFontTx/>
              <a:buNone/>
              <a:defRPr sz="900"/>
            </a:lvl3pPr>
            <a:lvl4pPr marL="0" indent="0">
              <a:spcBef>
                <a:spcPts val="0"/>
              </a:spcBef>
              <a:buFontTx/>
              <a:buNone/>
              <a:defRPr sz="900"/>
            </a:lvl4pPr>
            <a:lvl5pPr marL="0" indent="0">
              <a:spcBef>
                <a:spcPts val="0"/>
              </a:spcBef>
              <a:buFontTx/>
              <a:buNone/>
              <a:defRPr sz="900"/>
            </a:lvl5pPr>
            <a:lvl6pPr marL="0" indent="0">
              <a:spcBef>
                <a:spcPts val="0"/>
              </a:spcBef>
              <a:buFontTx/>
              <a:buNone/>
              <a:defRPr sz="900"/>
            </a:lvl6pPr>
            <a:lvl7pPr marL="0" indent="0">
              <a:spcBef>
                <a:spcPts val="0"/>
              </a:spcBef>
              <a:buFontTx/>
              <a:buNone/>
              <a:defRPr sz="900"/>
            </a:lvl7pPr>
            <a:lvl8pPr marL="0" indent="0">
              <a:spcBef>
                <a:spcPts val="0"/>
              </a:spcBef>
              <a:buFontTx/>
              <a:buNone/>
              <a:defRPr sz="900"/>
            </a:lvl8pPr>
            <a:lvl9pPr marL="0" indent="0">
              <a:spcBef>
                <a:spcPts val="0"/>
              </a:spcBef>
              <a:buFontTx/>
              <a:buNone/>
              <a:defRPr sz="900"/>
            </a:lvl9pPr>
          </a:lstStyle>
          <a:p>
            <a:pPr lvl="0"/>
            <a:r>
              <a:rPr lang="en-US"/>
              <a:t>[Optional contact information]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632A57-06FC-652E-6EE4-1F70D322E5B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06F3EBE-B2E8-4992-9F00-9E4B44F057C0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E1E829-FABB-578E-0154-2C87BBF4E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490B06-8AF4-4B9B-7F1E-C2E93EEF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7503462" y="308372"/>
            <a:ext cx="1222280" cy="358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88086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Logo">
    <p:bg>
      <p:bgPr>
        <a:solidFill>
          <a:srgbClr val="221F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U.S. Army" descr="U.S. Army">
            <a:extLst>
              <a:ext uri="{FF2B5EF4-FFF2-40B4-BE49-F238E27FC236}">
                <a16:creationId xmlns:a16="http://schemas.microsoft.com/office/drawing/2014/main" id="{0B06A788-76BC-690C-D43E-FC2BDE0FB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black">
          <a:xfrm>
            <a:off x="2120265" y="1645920"/>
            <a:ext cx="4903470" cy="1851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355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1_Title slid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p1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2409679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1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accen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601225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1_Title onl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6626187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5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4580147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1_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568617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170940C-8B04-CB4D-1B44-6768963C04C7}"/>
              </a:ext>
            </a:extLst>
          </p:cNvPr>
          <p:cNvPicPr>
            <a:picLocks noChangeAspect="1"/>
          </p:cNvPicPr>
          <p:nvPr/>
        </p:nvPicPr>
        <p:blipFill>
          <a:blip r:embed="rId37"/>
          <a:srcRect l="26274" t="67"/>
          <a:stretch>
            <a:fillRect/>
          </a:stretch>
        </p:blipFill>
        <p:spPr>
          <a:xfrm>
            <a:off x="7821386" y="308611"/>
            <a:ext cx="911133" cy="35827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1480" y="308611"/>
            <a:ext cx="6173470" cy="6858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[Slide title]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1479" y="1200149"/>
            <a:ext cx="8321040" cy="3429000"/>
          </a:xfrm>
          <a:prstGeom prst="rect">
            <a:avLst/>
          </a:prstGeom>
        </p:spPr>
        <p:txBody>
          <a:bodyPr vert="horz" lIns="0" tIns="0" rIns="0" bIns="0" spcCol="36576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Rectangle 15">
            <a:extLst>
              <a:ext uri="{FF2B5EF4-FFF2-40B4-BE49-F238E27FC236}">
                <a16:creationId xmlns:a16="http://schemas.microsoft.com/office/drawing/2014/main" id="{A505B177-5D6D-67A3-C213-FBD8A41DB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4970376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rIns="0" anchor="b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1B11D7F-02E5-4718-D558-9A38AEFE4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40130" y="0"/>
            <a:ext cx="7063740" cy="173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anchor="t" anchorCtr="0">
            <a:spAutoFit/>
          </a:bodyPr>
          <a:lstStyle/>
          <a:p>
            <a:pPr algn="ctr">
              <a:defRPr/>
            </a:pPr>
            <a:r>
              <a:rPr lang="en-US" sz="525" b="1" dirty="0">
                <a:solidFill>
                  <a:srgbClr val="2DAA27"/>
                </a:solidFill>
                <a:latin typeface="+mn-lt"/>
                <a:cs typeface="Arial Bold" panose="020B0704020202020204" pitchFamily="34" charset="0"/>
              </a:rPr>
              <a:t>UNCLASSIFIED / GENERAL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B598B6A5-7EA2-1E58-A263-9A08F2A4D5D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10766" y="4972050"/>
            <a:ext cx="617934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l">
              <a:defRPr sz="525" b="1">
                <a:solidFill>
                  <a:schemeClr val="tx1"/>
                </a:solidFill>
              </a:defRPr>
            </a:lvl1pPr>
          </a:lstStyle>
          <a:p>
            <a:fld id="{CABCB1B0-B6E5-4DD1-BB55-95C076D6C0C8}" type="datetime3">
              <a:rPr lang="en-US" smtClean="0"/>
              <a:t>22 December 2025</a:t>
            </a:fld>
            <a:endParaRPr lang="en-US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FFA4C418-D296-ED76-977B-4AA2E1E82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408037" y="4972050"/>
            <a:ext cx="331501" cy="171450"/>
          </a:xfrm>
          <a:prstGeom prst="rect">
            <a:avLst/>
          </a:prstGeom>
        </p:spPr>
        <p:txBody>
          <a:bodyPr vert="horz" lIns="0" tIns="45720" rIns="0" bIns="45720" rtlCol="0" anchor="b" anchorCtr="0"/>
          <a:lstStyle>
            <a:lvl1pPr algn="r">
              <a:defRPr sz="525" b="1">
                <a:solidFill>
                  <a:schemeClr val="tx1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  <p:pic>
        <p:nvPicPr>
          <p:cNvPr id="10" name="Picture 9" descr="A picture containing icon&#10;&#10;AI-generated content may be incorrect.">
            <a:extLst>
              <a:ext uri="{FF2B5EF4-FFF2-40B4-BE49-F238E27FC236}">
                <a16:creationId xmlns:a16="http://schemas.microsoft.com/office/drawing/2014/main" id="{84A6E5DC-D173-77B5-CFA6-9D4A8EBB00CD}"/>
              </a:ext>
            </a:extLst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7444515" y="318065"/>
            <a:ext cx="376871" cy="358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5413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750"/>
        </a:spcBef>
        <a:buFont typeface="Arial" panose="020B0604020202020204" pitchFamily="34" charset="0"/>
        <a:buChar char="▪"/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4114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68580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96012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109728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1234440" indent="-137160" algn="l" defTabSz="685800" rtl="0" eaLnBrk="1" latinLnBrk="0" hangingPunct="1">
        <a:lnSpc>
          <a:spcPct val="95000"/>
        </a:lnSpc>
        <a:spcBef>
          <a:spcPts val="375"/>
        </a:spcBef>
        <a:buFont typeface="Arial" panose="020B0604020202020204" pitchFamily="34" charset="0"/>
        <a:buChar char="–"/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27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9">
          <p15:clr>
            <a:srgbClr val="F26B43"/>
          </p15:clr>
        </p15:guide>
        <p15:guide id="2" pos="345">
          <p15:clr>
            <a:srgbClr val="F26B43"/>
          </p15:clr>
        </p15:guide>
        <p15:guide id="3" pos="7335">
          <p15:clr>
            <a:srgbClr val="F26B43"/>
          </p15:clr>
        </p15:guide>
        <p15:guide id="4" orient="horz" pos="4061">
          <p15:clr>
            <a:srgbClr val="F26B43"/>
          </p15:clr>
        </p15:guide>
        <p15:guide id="6" pos="1018">
          <p15:clr>
            <a:srgbClr val="A4A3A4"/>
          </p15:clr>
        </p15:guide>
        <p15:guide id="7" pos="1248">
          <p15:clr>
            <a:srgbClr val="A4A3A4"/>
          </p15:clr>
        </p15:guide>
        <p15:guide id="8" pos="2148">
          <p15:clr>
            <a:srgbClr val="A4A3A4"/>
          </p15:clr>
        </p15:guide>
        <p15:guide id="9" pos="3052">
          <p15:clr>
            <a:srgbClr val="A4A3A4"/>
          </p15:clr>
        </p15:guide>
        <p15:guide id="10" pos="3954">
          <p15:clr>
            <a:srgbClr val="A4A3A4"/>
          </p15:clr>
        </p15:guide>
        <p15:guide id="11" pos="3724">
          <p15:clr>
            <a:srgbClr val="A4A3A4"/>
          </p15:clr>
        </p15:guide>
        <p15:guide id="12" pos="4858">
          <p15:clr>
            <a:srgbClr val="A4A3A4"/>
          </p15:clr>
        </p15:guide>
        <p15:guide id="13" pos="5784">
          <p15:clr>
            <a:srgbClr val="A4A3A4"/>
          </p15:clr>
        </p15:guide>
        <p15:guide id="14" pos="6660">
          <p15:clr>
            <a:srgbClr val="A4A3A4"/>
          </p15:clr>
        </p15:guide>
        <p15:guide id="15" pos="1920">
          <p15:clr>
            <a:srgbClr val="A4A3A4"/>
          </p15:clr>
        </p15:guide>
        <p15:guide id="16" pos="2822">
          <p15:clr>
            <a:srgbClr val="A4A3A4"/>
          </p15:clr>
        </p15:guide>
        <p15:guide id="17" pos="4626">
          <p15:clr>
            <a:srgbClr val="A4A3A4"/>
          </p15:clr>
        </p15:guide>
        <p15:guide id="18" pos="5530">
          <p15:clr>
            <a:srgbClr val="A4A3A4"/>
          </p15:clr>
        </p15:guide>
        <p15:guide id="19" pos="6434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9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9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dirty="0">
                <a:solidFill>
                  <a:schemeClr val="accent2"/>
                </a:solidFill>
              </a:rPr>
              <a:t>Conditional Statements and Loops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en" dirty="0"/>
              <a:t>Review: What is a Boolean?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dirty="0"/>
              <a:t>Conditional Statements</a:t>
            </a:r>
            <a:endParaRPr dirty="0"/>
          </a:p>
        </p:txBody>
      </p:sp>
      <p:sp>
        <p:nvSpPr>
          <p:cNvPr id="77" name="Google Shape;77;p3"/>
          <p:cNvSpPr txBox="1"/>
          <p:nvPr/>
        </p:nvSpPr>
        <p:spPr>
          <a:xfrm>
            <a:off x="616150" y="1580550"/>
            <a:ext cx="77868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/>
              <a:t>Conditions are expressions that evaluate to a Boolean value</a:t>
            </a:r>
            <a:endParaRPr sz="1800" dirty="0"/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 dirty="0"/>
              <a:t>They often involve comparison operators (&lt;, &gt;, ==, !=, &lt;=, &gt;=) and logical operators (and, or, not)</a:t>
            </a:r>
            <a:endParaRPr sz="1800" dirty="0"/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 dirty="0"/>
              <a:t>Python relies on indentation (whitespace at the beginning of a line) to define code blocks</a:t>
            </a:r>
            <a:endParaRPr sz="1800" dirty="0"/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 i="1" dirty="0"/>
              <a:t>Incorrect indentation will lead to errors.</a:t>
            </a:r>
            <a:endParaRPr sz="1800" i="1" dirty="0"/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 dirty="0"/>
              <a:t>You can create Nested Conditional Statements to control the flow of code</a:t>
            </a:r>
            <a:endParaRPr sz="1800" b="0" i="0" u="none" strike="noStrike" cap="none"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</a:pPr>
            <a:r>
              <a:rPr lang="en"/>
              <a:t>The "if" Statement</a:t>
            </a:r>
            <a:endParaRPr/>
          </a:p>
        </p:txBody>
      </p:sp>
      <p:sp>
        <p:nvSpPr>
          <p:cNvPr id="83" name="Google Shape;83;p4"/>
          <p:cNvSpPr txBox="1">
            <a:spLocks noGrp="1"/>
          </p:cNvSpPr>
          <p:nvPr>
            <p:ph type="body" sz="quarter" idx="11"/>
          </p:nvPr>
        </p:nvSpPr>
        <p:spPr>
          <a:xfrm>
            <a:off x="411480" y="930349"/>
            <a:ext cx="8509236" cy="3698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4605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</a:pPr>
            <a:r>
              <a:rPr lang="en" dirty="0"/>
              <a:t>Executes a block of code only if a given condition evaluates to </a:t>
            </a:r>
            <a:r>
              <a:rPr lang="en" b="1" dirty="0"/>
              <a:t>True</a:t>
            </a:r>
            <a:endParaRPr b="1" dirty="0"/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146050" lvl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</a:pPr>
            <a:r>
              <a:rPr lang="en" dirty="0"/>
              <a:t>Syntax:</a:t>
            </a:r>
            <a:endParaRPr dirty="0"/>
          </a:p>
          <a:p>
            <a:pPr marL="457200" lvl="0" indent="-2286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 dirty="0">
              <a:solidFill>
                <a:schemeClr val="tx2"/>
              </a:solidFill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   # code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146050" lvl="0" algn="l" rtl="0">
              <a:spcBef>
                <a:spcPts val="0"/>
              </a:spcBef>
              <a:spcAft>
                <a:spcPts val="0"/>
              </a:spcAft>
              <a:buSzPts val="1300"/>
            </a:pPr>
            <a:r>
              <a:rPr lang="en" dirty="0"/>
              <a:t>Example:</a:t>
            </a:r>
            <a:endParaRPr dirty="0"/>
          </a:p>
          <a:p>
            <a:pPr marL="457200" lvl="0" indent="-2286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age = 20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if age &gt;= 18: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   print(“You are eligible to vote.”)</a:t>
            </a:r>
            <a:endParaRPr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44deeedf12_0_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“else” Statement</a:t>
            </a:r>
            <a:endParaRPr/>
          </a:p>
        </p:txBody>
      </p:sp>
      <p:sp>
        <p:nvSpPr>
          <p:cNvPr id="89" name="Google Shape;89;g344deeedf12_0_5"/>
          <p:cNvSpPr txBox="1">
            <a:spLocks noGrp="1"/>
          </p:cNvSpPr>
          <p:nvPr>
            <p:ph type="body" sz="quarter" idx="11"/>
          </p:nvPr>
        </p:nvSpPr>
        <p:spPr>
          <a:xfrm>
            <a:off x="411480" y="929309"/>
            <a:ext cx="8394590" cy="36998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300"/>
              <a:buFont typeface="Arial"/>
              <a:buChar char="●"/>
            </a:pPr>
            <a:r>
              <a:rPr lang="en" dirty="0"/>
              <a:t>“Else” is used in conjunction with “if” </a:t>
            </a: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300"/>
              <a:buFont typeface="Arial"/>
              <a:buChar char="●"/>
            </a:pPr>
            <a:r>
              <a:rPr lang="en" dirty="0"/>
              <a:t>Provides an alternate block of code to execute if the “if” condition evaluates to false</a:t>
            </a: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Syntax:</a:t>
            </a:r>
            <a:endParaRPr dirty="0"/>
          </a:p>
          <a:p>
            <a:pPr marL="457200" lvl="0" indent="-2286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 dirty="0">
              <a:solidFill>
                <a:schemeClr val="accent2"/>
              </a:solidFill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   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 condition: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Example:</a:t>
            </a:r>
            <a:endParaRPr dirty="0"/>
          </a:p>
          <a:p>
            <a:pPr marL="457200" lvl="0" indent="-22860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temperature = 78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temperature &gt; 85: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   print(“It’s hot out today!”)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print(“It’s not too hot.”)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44deeedf12_0_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“elif” Statement</a:t>
            </a:r>
            <a:endParaRPr/>
          </a:p>
        </p:txBody>
      </p:sp>
      <p:sp>
        <p:nvSpPr>
          <p:cNvPr id="95" name="Google Shape;95;g344deeedf12_0_0"/>
          <p:cNvSpPr txBox="1">
            <a:spLocks noGrp="1"/>
          </p:cNvSpPr>
          <p:nvPr>
            <p:ph type="body" sz="quarter" idx="11"/>
          </p:nvPr>
        </p:nvSpPr>
        <p:spPr>
          <a:xfrm>
            <a:off x="411480" y="770283"/>
            <a:ext cx="8464163" cy="385886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Char char="●"/>
            </a:pPr>
            <a:r>
              <a:rPr lang="en" dirty="0"/>
              <a:t>“elif” is short for else-if</a:t>
            </a: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Char char="●"/>
            </a:pPr>
            <a:r>
              <a:rPr lang="en" dirty="0"/>
              <a:t>It allows for checking multiple conditions sequentially</a:t>
            </a: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"/>
              <a:buChar char="●"/>
            </a:pPr>
            <a:r>
              <a:rPr lang="en" dirty="0"/>
              <a:t>If the “if” condition evaluates to false, the “elif” statements are evaluated in order until one evaluates to True</a:t>
            </a:r>
            <a:endParaRPr dirty="0"/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Syntax:</a:t>
            </a: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condition:</a:t>
            </a:r>
            <a:endParaRPr dirty="0">
              <a:solidFill>
                <a:schemeClr val="accent2"/>
              </a:solidFill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   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condition: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 condition: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# code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Example:</a:t>
            </a: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score = 89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if score &gt;= 90: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    print(“Grade: A”)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80: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print(“Grade: B”)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70: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print(“Grade: C”)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elif score &gt;= 60: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	print(“Grade: D”)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 dirty="0"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615950" lvl="1" indent="29845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print(“Grade: F”)</a:t>
            </a:r>
            <a:endParaRPr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44deeedf12_0_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Nested Conditional Statements	</a:t>
            </a:r>
            <a:endParaRPr/>
          </a:p>
        </p:txBody>
      </p:sp>
      <p:sp>
        <p:nvSpPr>
          <p:cNvPr id="101" name="Google Shape;101;g344deeedf12_0_22"/>
          <p:cNvSpPr txBox="1">
            <a:spLocks noGrp="1"/>
          </p:cNvSpPr>
          <p:nvPr>
            <p:ph type="body" sz="quarter" idx="11"/>
          </p:nvPr>
        </p:nvSpPr>
        <p:spPr>
          <a:xfrm>
            <a:off x="411480" y="855921"/>
            <a:ext cx="8456073" cy="37732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4605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</a:pPr>
            <a:r>
              <a:rPr lang="en" dirty="0"/>
              <a:t>You can place “if” or “if...else” statements inside other “if” or “else” blocks to create more complex decision structures.</a:t>
            </a:r>
            <a:endParaRPr dirty="0"/>
          </a:p>
          <a:p>
            <a:pPr marL="615950" lvl="1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Example:</a:t>
            </a:r>
            <a:endParaRPr dirty="0"/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weather = "rainy"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temperature = 45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if weather == "rainy":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if temperature &lt; 50: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print("It's cold and rainy. Wear a jacket and bring an umbrella.")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    else: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print("It's rainy but warm. Just bring an umbrella.")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buNone/>
            </a:pPr>
            <a:r>
              <a:rPr lang="en" sz="800" dirty="0">
                <a:solidFill>
                  <a:schemeClr val="tx2"/>
                </a:solidFill>
                <a:latin typeface="Consolas"/>
                <a:ea typeface="Consolas"/>
                <a:cs typeface="Consolas"/>
                <a:sym typeface="Consolas"/>
              </a:rPr>
              <a:t>    print("No rain today. Enjoy the weather!")</a:t>
            </a:r>
            <a:endParaRPr sz="800" dirty="0">
              <a:solidFill>
                <a:schemeClr val="tx2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</a:pPr>
            <a:r>
              <a:rPr lang="en" dirty="0"/>
              <a:t>Code Examples</a:t>
            </a:r>
            <a:endParaRPr sz="11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44deeedf12_0_1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Key Concepts	</a:t>
            </a:r>
            <a:endParaRPr dirty="0"/>
          </a:p>
        </p:txBody>
      </p:sp>
      <p:sp>
        <p:nvSpPr>
          <p:cNvPr id="107" name="Google Shape;107;g344deeedf12_0_14"/>
          <p:cNvSpPr txBox="1">
            <a:spLocks noGrp="1"/>
          </p:cNvSpPr>
          <p:nvPr>
            <p:ph type="body" sz="quarter" idx="11"/>
          </p:nvPr>
        </p:nvSpPr>
        <p:spPr>
          <a:xfrm>
            <a:off x="100484" y="874207"/>
            <a:ext cx="8766425" cy="375494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46050" lvl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</a:pPr>
            <a:r>
              <a:rPr lang="en" sz="1800" dirty="0">
                <a:latin typeface="Consolas" panose="020B0609020204030204" pitchFamily="49" charset="0"/>
              </a:rPr>
              <a:t>Conditions are expressions that evaluate to a Boolean value (True or False)</a:t>
            </a:r>
            <a:endParaRPr sz="1800" dirty="0">
              <a:latin typeface="Consolas" panose="020B0609020204030204" pitchFamily="49" charset="0"/>
            </a:endParaRPr>
          </a:p>
          <a:p>
            <a:pPr marL="914400" lvl="1" indent="-29845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100"/>
              <a:buChar char="○"/>
            </a:pPr>
            <a:r>
              <a:rPr lang="en" sz="1600" dirty="0">
                <a:latin typeface="Consolas" panose="020B0609020204030204" pitchFamily="49" charset="0"/>
              </a:rPr>
              <a:t>They often involve comparison operators (e.g., &gt;, &lt;, ==, !=, &gt;=, &lt;=) and logical operators (e.g., and, or, not)</a:t>
            </a:r>
            <a:endParaRPr sz="1600" dirty="0">
              <a:latin typeface="Consolas" panose="020B0609020204030204" pitchFamily="49" charset="0"/>
            </a:endParaRPr>
          </a:p>
          <a:p>
            <a:pPr>
              <a:lnSpc>
                <a:spcPct val="114999"/>
              </a:lnSpc>
            </a:pPr>
            <a:r>
              <a:rPr lang="en" sz="1800" dirty="0">
                <a:latin typeface="Consolas" panose="020B0609020204030204" pitchFamily="49" charset="0"/>
              </a:rPr>
              <a:t>Python uses indentation to define code blocks.</a:t>
            </a:r>
            <a:endParaRPr lang="en-US" sz="1800" dirty="0">
              <a:latin typeface="Consolas" panose="020B0609020204030204" pitchFamily="49" charset="0"/>
            </a:endParaRPr>
          </a:p>
          <a:p>
            <a:pPr marL="0" lvl="1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endParaRPr lang="en-US" sz="1800" dirty="0">
              <a:latin typeface="Consolas" panose="020B0609020204030204" pitchFamily="49" charset="0"/>
            </a:endParaRPr>
          </a:p>
          <a:p>
            <a:pPr marL="0" lvl="1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-US" sz="1800" dirty="0">
                <a:latin typeface="Consolas" panose="020B0609020204030204" pitchFamily="49" charset="0"/>
              </a:rPr>
              <a:t>The code indented under an if, </a:t>
            </a:r>
            <a:r>
              <a:rPr lang="en-US" sz="1800" dirty="0" err="1">
                <a:latin typeface="Consolas" panose="020B0609020204030204" pitchFamily="49" charset="0"/>
              </a:rPr>
              <a:t>elif</a:t>
            </a:r>
            <a:r>
              <a:rPr lang="en-US" sz="1800" dirty="0">
                <a:latin typeface="Consolas" panose="020B0609020204030204" pitchFamily="49" charset="0"/>
              </a:rPr>
              <a:t>, or else statement belongs to that specific conditional block.</a:t>
            </a:r>
          </a:p>
          <a:p>
            <a:pPr marL="0" lvl="1" indent="0" algn="l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800" dirty="0">
                <a:latin typeface="Consolas" panose="020B0609020204030204" pitchFamily="49" charset="0"/>
              </a:rPr>
              <a:t>Conditional statements enable "branching" in your code, directing the program's execution down different paths based on the evaluated conditions</a:t>
            </a:r>
            <a:endParaRPr sz="1800" dirty="0">
              <a:latin typeface="Consolas" panose="020B0609020204030204" pitchFamily="49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Exercise - Conditional statements</a:t>
            </a:r>
            <a:endParaRPr/>
          </a:p>
        </p:txBody>
      </p:sp>
      <p:sp>
        <p:nvSpPr>
          <p:cNvPr id="113" name="Google Shape;113;p5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700" b="1" dirty="0"/>
              <a:t>10 minutes</a:t>
            </a:r>
            <a:endParaRPr sz="1700" b="1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endParaRPr sz="17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r>
              <a:rPr lang="en" sz="1700" dirty="0"/>
              <a:t>Write a function that checks a number and returns “positive,” “zero,” or “negative”</a:t>
            </a:r>
            <a:endParaRPr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endParaRPr sz="1700"/>
          </a:p>
          <a:p>
            <a:pPr marL="9144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7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 dirty="0"/>
              <a:t>Loops</a:t>
            </a:r>
            <a:endParaRPr dirty="0"/>
          </a:p>
        </p:txBody>
      </p:sp>
      <p:sp>
        <p:nvSpPr>
          <p:cNvPr id="119" name="Google Shape;119;p6"/>
          <p:cNvSpPr txBox="1"/>
          <p:nvPr/>
        </p:nvSpPr>
        <p:spPr>
          <a:xfrm>
            <a:off x="616150" y="1580550"/>
            <a:ext cx="79497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-US" sz="18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Fundamental control flow structures used to execute a block of code repeatedly</a:t>
            </a: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-US" sz="18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Two primary types of loops are “for” and “while” loops, which have distinct purposes</a:t>
            </a: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-US" sz="18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You can nest loops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44deeedf12_0_5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range() function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5" name="Google Shape;125;g344deeedf12_0_58"/>
          <p:cNvSpPr txBox="1">
            <a:spLocks noGrp="1"/>
          </p:cNvSpPr>
          <p:nvPr>
            <p:ph type="body" sz="quarter" idx="11"/>
          </p:nvPr>
        </p:nvSpPr>
        <p:spPr>
          <a:xfrm>
            <a:off x="411480" y="808893"/>
            <a:ext cx="7792999" cy="382025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152400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</a:pPr>
            <a:r>
              <a:rPr lang="en" dirty="0">
                <a:solidFill>
                  <a:srgbClr val="FFFFFF"/>
                </a:solidFill>
              </a:rPr>
              <a:t>A built-in Python function</a:t>
            </a:r>
            <a:endParaRPr lang="en-US" dirty="0">
              <a:solidFill>
                <a:srgbClr val="FFFFFF"/>
              </a:solidFill>
            </a:endParaRPr>
          </a:p>
          <a:p>
            <a:pPr marL="146685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</a:pPr>
            <a:r>
              <a:rPr lang="en" dirty="0">
                <a:solidFill>
                  <a:srgbClr val="FFFFFF"/>
                </a:solidFill>
              </a:rPr>
              <a:t>Output is a “range object,” which is an immutable sequence type and memory efficient compared to a list</a:t>
            </a:r>
            <a:endParaRPr dirty="0">
              <a:solidFill>
                <a:srgbClr val="FFFFFF"/>
              </a:solidFill>
            </a:endParaRPr>
          </a:p>
          <a:p>
            <a:pPr marL="146685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</a:pPr>
            <a:r>
              <a:rPr lang="en" dirty="0">
                <a:solidFill>
                  <a:srgbClr val="FFFFFF"/>
                </a:solidFill>
              </a:rPr>
              <a:t>range(stop)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Generates a sequence of numbers starting from 0 (default) up to, but not including, the stop value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The numbers increment by 1 (default)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Example: range(5) generates 0, 1, 2, 3, 4</a:t>
            </a:r>
            <a:endParaRPr dirty="0">
              <a:solidFill>
                <a:srgbClr val="FFFFFF"/>
              </a:solidFill>
            </a:endParaRPr>
          </a:p>
          <a:p>
            <a:pPr marL="146685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</a:pPr>
            <a:r>
              <a:rPr lang="en" dirty="0">
                <a:solidFill>
                  <a:srgbClr val="FFFFFF"/>
                </a:solidFill>
              </a:rPr>
              <a:t>range(start, stop)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Generates a sequence of numbers starting from the start value (inclusive) up to, but not including, the stop value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The numbers increment by 1 (default)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Example: range(2, 7) generates 2, 3, 4, 5, 6</a:t>
            </a:r>
            <a:endParaRPr dirty="0">
              <a:solidFill>
                <a:srgbClr val="FFFFFF"/>
              </a:solidFill>
            </a:endParaRPr>
          </a:p>
          <a:p>
            <a:pPr marL="146685" lvl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7692"/>
            </a:pPr>
            <a:r>
              <a:rPr lang="en" dirty="0">
                <a:solidFill>
                  <a:srgbClr val="FFFFFF"/>
                </a:solidFill>
              </a:rPr>
              <a:t>range(start, stop, step)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Generates a sequence of numbers starting from the start value (inclusive) up to, but not including, the stop value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The numbers increment or decrement by the step value (integer!)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If step is positive, it increments. If step is negative, it decrements (for counting backwards).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step cannot be 0, as it would lead to an infinite loop and raise a </a:t>
            </a:r>
            <a:r>
              <a:rPr lang="en" dirty="0" err="1">
                <a:solidFill>
                  <a:srgbClr val="FFFFFF"/>
                </a:solidFill>
              </a:rPr>
              <a:t>ValueError</a:t>
            </a:r>
            <a:endParaRPr dirty="0" err="1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Example: range(1, 10, 2) generates 1, 3, 5, 7, 9</a:t>
            </a:r>
            <a:endParaRPr dirty="0">
              <a:solidFill>
                <a:srgbClr val="FFFFFF"/>
              </a:solidFill>
            </a:endParaRPr>
          </a:p>
          <a:p>
            <a:pPr marL="603885" lvl="1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27272"/>
              <a:buNone/>
            </a:pPr>
            <a:r>
              <a:rPr lang="en" dirty="0">
                <a:solidFill>
                  <a:srgbClr val="FFFFFF"/>
                </a:solidFill>
              </a:rPr>
              <a:t>Example: range(5, 0, -1) generates 5, 4, 3, 2, 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44deeedf12_0_5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“for” loop</a:t>
            </a:r>
            <a:endParaRPr dirty="0"/>
          </a:p>
        </p:txBody>
      </p:sp>
      <p:sp>
        <p:nvSpPr>
          <p:cNvPr id="131" name="Google Shape;131;g344deeedf12_0_53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For loops iterate over a sequence, such as a list, tuple, string, or range, or other iterable objects</a:t>
            </a: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A block of code is executed once for each item in the sequence</a:t>
            </a:r>
            <a:endParaRPr sz="1800" dirty="0"/>
          </a:p>
          <a:p>
            <a:pPr marL="4572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Syntax:</a:t>
            </a:r>
            <a:endParaRPr sz="1800" dirty="0"/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for variable in sequence: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# code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200" dirty="0">
              <a:latin typeface="Consolas"/>
              <a:ea typeface="Consolas"/>
              <a:cs typeface="Consolas"/>
              <a:sym typeface="Consolas"/>
            </a:endParaRPr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Example:</a:t>
            </a:r>
            <a:endParaRPr sz="1800" dirty="0"/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fruits = ["apple", "banana", "cherry"]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for fruit in fruits: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print(fruit)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algn="l" rtl="0">
              <a:spcBef>
                <a:spcPts val="0"/>
              </a:spcBef>
              <a:spcAft>
                <a:spcPts val="0"/>
              </a:spcAft>
            </a:pPr>
            <a:endParaRPr sz="1100" dirty="0">
              <a:latin typeface="Consolas"/>
              <a:ea typeface="Consolas"/>
              <a:cs typeface="Consolas"/>
              <a:sym typeface="Consolas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1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44deeedf12_0_6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“while” loop</a:t>
            </a:r>
            <a:endParaRPr/>
          </a:p>
        </p:txBody>
      </p:sp>
      <p:sp>
        <p:nvSpPr>
          <p:cNvPr id="137" name="Google Shape;137;g344deeedf12_0_65"/>
          <p:cNvSpPr txBox="1">
            <a:spLocks noGrp="1"/>
          </p:cNvSpPr>
          <p:nvPr>
            <p:ph type="body" sz="quarter" idx="11"/>
          </p:nvPr>
        </p:nvSpPr>
        <p:spPr>
          <a:xfrm>
            <a:off x="684806" y="1200389"/>
            <a:ext cx="6928568" cy="345360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dirty="0"/>
              <a:t>While loops execute a block of statements repeatedly as long as a given condition is True</a:t>
            </a:r>
            <a:endParaRPr lang="en-US"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The loop continues to execute until the condition becomes false</a:t>
            </a: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</a:pPr>
            <a:r>
              <a:rPr lang="en" sz="1800" dirty="0"/>
              <a:t>Forever loops</a:t>
            </a:r>
            <a:endParaRPr sz="1800" dirty="0"/>
          </a:p>
          <a:p>
            <a:pPr marL="4572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Syntax:</a:t>
            </a:r>
            <a:endParaRPr sz="1800" dirty="0"/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while condition: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# block of code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>
              <a:lnSpc>
                <a:spcPct val="100000"/>
              </a:lnSpc>
            </a:pPr>
            <a:endParaRPr sz="1200" dirty="0">
              <a:latin typeface="Consolas"/>
              <a:ea typeface="Consolas"/>
              <a:cs typeface="Consolas"/>
            </a:endParaRPr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Example:</a:t>
            </a:r>
            <a:endParaRPr sz="1800" dirty="0"/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count = 0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while count &lt; 5: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print(count)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914400">
              <a:lnSpc>
                <a:spcPct val="100000"/>
              </a:lnSpc>
            </a:pPr>
            <a:r>
              <a:rPr lang="en" sz="10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count += 1</a:t>
            </a:r>
            <a:endParaRPr sz="10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marL="457200" lvl="0" algn="l" rtl="0">
              <a:spcBef>
                <a:spcPts val="0"/>
              </a:spcBef>
              <a:spcAft>
                <a:spcPts val="0"/>
              </a:spcAft>
            </a:pPr>
            <a:endParaRPr sz="1100" dirty="0">
              <a:latin typeface="Consolas"/>
              <a:ea typeface="Consolas"/>
              <a:cs typeface="Consolas"/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1100" dirty="0">
              <a:latin typeface="Consolas"/>
              <a:ea typeface="Consolas"/>
              <a:cs typeface="Consola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44deeedf12_0_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Loop Control Statements</a:t>
            </a:r>
            <a:endParaRPr dirty="0"/>
          </a:p>
        </p:txBody>
      </p:sp>
      <p:sp>
        <p:nvSpPr>
          <p:cNvPr id="143" name="Google Shape;143;g344deeedf12_0_43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break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terminates the current loop immediately, execution resumes at the statement following the loop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continue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skips the rest of the current iteration of the loop and proceeds to the next iteration</a:t>
            </a:r>
            <a:endParaRPr sz="1800"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Font typeface="Consolas"/>
              <a:buChar char="●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pass</a:t>
            </a:r>
            <a:endParaRPr sz="1800" dirty="0">
              <a:latin typeface="Consolas"/>
              <a:ea typeface="Consolas"/>
              <a:cs typeface="Consolas"/>
              <a:sym typeface="Consolas"/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sz="1800" dirty="0"/>
              <a:t>null operation, used as a placeholder in loops or other code blocks where a statement is syntactically required but there is nothing to execute</a:t>
            </a:r>
            <a:endParaRPr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44deeedf12_0_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Nested Loops</a:t>
            </a:r>
            <a:endParaRPr/>
          </a:p>
        </p:txBody>
      </p:sp>
      <p:sp>
        <p:nvSpPr>
          <p:cNvPr id="149" name="Google Shape;149;g344deeedf12_0_48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/>
              <a:t>Python allows loops inside other loops, called nested loops</a:t>
            </a:r>
            <a:endParaRPr sz="1800" dirty="0"/>
          </a:p>
          <a:p>
            <a:pPr marL="11430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</a:pPr>
            <a:r>
              <a:rPr lang="en" sz="1800" dirty="0"/>
              <a:t>The inner loop executes completely for each iteration of the outer loop</a:t>
            </a:r>
            <a:endParaRPr sz="1800" dirty="0"/>
          </a:p>
          <a:p>
            <a:pPr marL="952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</a:pPr>
            <a:r>
              <a:rPr lang="en" sz="1800" dirty="0"/>
              <a:t>Example</a:t>
            </a:r>
            <a:r>
              <a:rPr lang="en" sz="1600" dirty="0"/>
              <a:t>:</a:t>
            </a:r>
            <a:endParaRPr sz="1600" dirty="0"/>
          </a:p>
          <a:p>
            <a:pPr marL="914400" lvl="0" algn="l" rtl="0">
              <a:spcBef>
                <a:spcPts val="0"/>
              </a:spcBef>
              <a:spcAft>
                <a:spcPts val="0"/>
              </a:spcAft>
            </a:pP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for </a:t>
            </a:r>
            <a:r>
              <a:rPr lang="en" dirty="0" err="1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 in range(3):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914400"/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    for j in range(2):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buNone/>
            </a:pP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        print(</a:t>
            </a:r>
            <a:r>
              <a:rPr lang="en" dirty="0" err="1"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dirty="0">
                <a:latin typeface="Consolas"/>
                <a:ea typeface="Consolas"/>
                <a:cs typeface="Consolas"/>
                <a:sym typeface="Consolas"/>
              </a:rPr>
              <a:t>, j)</a:t>
            </a:r>
            <a:endParaRPr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61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●"/>
            </a:pPr>
            <a:r>
              <a:rPr lang="en" sz="1800" dirty="0"/>
              <a:t>Examples</a:t>
            </a:r>
            <a:endParaRPr sz="11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Exercise - Loops</a:t>
            </a:r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" sz="1700" b="1" dirty="0"/>
              <a:t>10 minutes</a:t>
            </a:r>
            <a:endParaRPr lang="en-US" sz="1700" b="1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endParaRPr sz="17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" sz="1700" dirty="0"/>
              <a:t>Write a program that prints the following output using loops. Do not just write print() statements multiple times.</a:t>
            </a:r>
            <a:endParaRPr sz="1700" dirty="0"/>
          </a:p>
          <a:p>
            <a:pPr marL="0" indent="0">
              <a:lnSpc>
                <a:spcPct val="114999"/>
              </a:lnSpc>
              <a:spcBef>
                <a:spcPts val="1200"/>
              </a:spcBef>
              <a:buNone/>
            </a:pPr>
            <a:endParaRPr lang="en"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-US" sz="1700" b="1" dirty="0">
                <a:ea typeface="Consolas"/>
                <a:cs typeface="Consolas"/>
              </a:rPr>
              <a:t>Output:</a:t>
            </a:r>
            <a:endParaRPr sz="1700" b="1" dirty="0"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" sz="1700" dirty="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sz="1700" dirty="0">
              <a:latin typeface="Consolas"/>
              <a:ea typeface="Consolas"/>
              <a:cs typeface="Consolas"/>
              <a:sym typeface="Consolas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" sz="1700" dirty="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lang="en" sz="1700" dirty="0">
              <a:latin typeface="Consolas"/>
              <a:ea typeface="Consolas"/>
              <a:cs typeface="Consolas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" sz="1700" dirty="0">
                <a:latin typeface="Consolas"/>
                <a:ea typeface="Consolas"/>
                <a:cs typeface="Consolas"/>
                <a:sym typeface="Consolas"/>
              </a:rPr>
              <a:t>   1 2 3</a:t>
            </a:r>
            <a:endParaRPr sz="1700" dirty="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70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76470"/>
              <a:buNone/>
            </a:pPr>
            <a:endParaRPr sz="17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44deeedf12_0_7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Python Errors</a:t>
            </a:r>
            <a:endParaRPr/>
          </a:p>
        </p:txBody>
      </p:sp>
      <p:sp>
        <p:nvSpPr>
          <p:cNvPr id="161" name="Google Shape;161;g344deeedf12_0_76"/>
          <p:cNvSpPr txBox="1"/>
          <p:nvPr/>
        </p:nvSpPr>
        <p:spPr>
          <a:xfrm>
            <a:off x="616150" y="1580550"/>
            <a:ext cx="76470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>
                <a:solidFill>
                  <a:schemeClr val="tx2"/>
                </a:solidFill>
                <a:latin typeface="Roboto"/>
                <a:ea typeface="Roboto"/>
                <a:cs typeface="Roboto"/>
                <a:sym typeface="Roboto"/>
              </a:rPr>
              <a:t>Errors are issues in a program that prevent it from running as expected</a:t>
            </a:r>
            <a:endParaRPr sz="1800" dirty="0">
              <a:solidFill>
                <a:schemeClr val="tx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>
                <a:solidFill>
                  <a:schemeClr val="tx2"/>
                </a:solidFill>
                <a:latin typeface="Roboto"/>
                <a:ea typeface="Roboto"/>
                <a:cs typeface="Roboto"/>
                <a:sym typeface="Roboto"/>
              </a:rPr>
              <a:t>They help programmers find and fix mistakes</a:t>
            </a:r>
            <a:endParaRPr sz="1800" dirty="0">
              <a:solidFill>
                <a:schemeClr val="tx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>
                <a:solidFill>
                  <a:schemeClr val="tx2"/>
                </a:solidFill>
                <a:latin typeface="Roboto"/>
                <a:ea typeface="Roboto"/>
                <a:cs typeface="Roboto"/>
                <a:sym typeface="Roboto"/>
              </a:rPr>
              <a:t>Why learn errors?</a:t>
            </a:r>
            <a:endParaRPr sz="1800" dirty="0">
              <a:solidFill>
                <a:schemeClr val="tx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solidFill>
                  <a:schemeClr val="tx2"/>
                </a:solidFill>
                <a:latin typeface="Roboto"/>
                <a:ea typeface="Roboto"/>
                <a:cs typeface="Roboto"/>
                <a:sym typeface="Roboto"/>
              </a:rPr>
              <a:t>Errors help you debug</a:t>
            </a:r>
            <a:endParaRPr sz="1800" dirty="0">
              <a:solidFill>
                <a:schemeClr val="tx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solidFill>
                  <a:schemeClr val="tx2"/>
                </a:solidFill>
                <a:latin typeface="Roboto"/>
                <a:ea typeface="Roboto"/>
                <a:cs typeface="Roboto"/>
                <a:sym typeface="Roboto"/>
              </a:rPr>
              <a:t>Knowing common errors makes writing and fixing code faster</a:t>
            </a:r>
            <a:endParaRPr sz="1800" dirty="0">
              <a:solidFill>
                <a:schemeClr val="tx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solidFill>
                  <a:schemeClr val="tx2"/>
                </a:solidFill>
                <a:latin typeface="Roboto"/>
                <a:ea typeface="Roboto"/>
                <a:cs typeface="Roboto"/>
                <a:sym typeface="Roboto"/>
              </a:rPr>
              <a:t>Good programs handle errors gracefully</a:t>
            </a:r>
            <a:endParaRPr sz="1800" dirty="0">
              <a:solidFill>
                <a:schemeClr val="tx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Exercise - Python Errors</a:t>
            </a:r>
            <a:endParaRPr/>
          </a:p>
        </p:txBody>
      </p:sp>
      <p:sp>
        <p:nvSpPr>
          <p:cNvPr id="167" name="Google Shape;167;p8"/>
          <p:cNvSpPr txBox="1">
            <a:spLocks noGrp="1"/>
          </p:cNvSpPr>
          <p:nvPr>
            <p:ph type="body" sz="quarter" idx="11"/>
          </p:nvPr>
        </p:nvSpPr>
        <p:spPr>
          <a:xfrm>
            <a:off x="411480" y="887819"/>
            <a:ext cx="8418860" cy="3741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500" dirty="0"/>
              <a:t>5 minutes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500" dirty="0"/>
              <a:t>Groups of 2-3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300"/>
              <a:buNone/>
            </a:pPr>
            <a:r>
              <a:rPr lang="en" sz="1500" dirty="0"/>
              <a:t>Research each python error and demonstrate an example case of when this error will be raised</a:t>
            </a:r>
            <a:endParaRPr sz="1500" dirty="0"/>
          </a:p>
          <a:p>
            <a:pPr marL="133350" lvl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SyntaxError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IndentationError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TypeError 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ValueError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ZeroDivisionError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IndexError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KeyError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AttributeError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FileNotFoundError</a:t>
            </a:r>
            <a:endParaRPr sz="1500" dirty="0">
              <a:solidFill>
                <a:schemeClr val="tx2"/>
              </a:solidFill>
            </a:endParaRPr>
          </a:p>
          <a:p>
            <a:pPr marL="13335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</a:pPr>
            <a:r>
              <a:rPr lang="en" sz="1500" dirty="0">
                <a:solidFill>
                  <a:schemeClr val="tx2"/>
                </a:solidFill>
              </a:rPr>
              <a:t>ImportError</a:t>
            </a:r>
            <a:endParaRPr sz="17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2" name="Google Shape;172;g344deeedf12_0_88"/>
          <p:cNvGraphicFramePr/>
          <p:nvPr>
            <p:extLst>
              <p:ext uri="{D42A27DB-BD31-4B8C-83A1-F6EECF244321}">
                <p14:modId xmlns:p14="http://schemas.microsoft.com/office/powerpoint/2010/main" val="4030680131"/>
              </p:ext>
            </p:extLst>
          </p:nvPr>
        </p:nvGraphicFramePr>
        <p:xfrm>
          <a:off x="107150" y="712766"/>
          <a:ext cx="8991600" cy="3870630"/>
        </p:xfrm>
        <a:graphic>
          <a:graphicData uri="http://schemas.openxmlformats.org/drawingml/2006/table">
            <a:tbl>
              <a:tblPr>
                <a:noFill/>
                <a:tableStyleId>{73A53AC3-02BE-4BBD-822B-44806B13A2D8}</a:tableStyleId>
              </a:tblPr>
              <a:tblGrid>
                <a:gridCol w="2550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09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31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8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Type</a:t>
                      </a:r>
                      <a:endParaRPr sz="12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When it Happens</a:t>
                      </a:r>
                      <a:endParaRPr sz="1200" b="1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Example</a:t>
                      </a:r>
                      <a:endParaRPr sz="12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SyntaxError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Code violates Python’s rules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Missing colon </a:t>
                      </a: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: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IndentationError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Code has wrong indentation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Misaligned blocks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TypeError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Wrong type used in operation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Add </a:t>
                      </a: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int</a:t>
                      </a: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to </a:t>
                      </a: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str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ValueError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Right type, wrong value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int("abc")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ZeroDivisionError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Dividing by zero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5 / 0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IndexError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Index out of range in a sequence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list[5]</a:t>
                      </a: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 with 3 items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KeyError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Missing key in a dictionary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dict["missing"]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AttributeError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Attribute doesn’t exist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  <a:ea typeface="Roboto Mono"/>
                          <a:cs typeface="Roboto Mono"/>
                          <a:sym typeface="Roboto Mono"/>
                        </a:rPr>
                        <a:t>int.append()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FileNotFoundError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File does not exist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Open missing file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83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ImportError</a:t>
                      </a:r>
                      <a:endParaRPr sz="1100" b="1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Cannot import a module</a:t>
                      </a:r>
                      <a:endParaRPr sz="110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100" dirty="0">
                          <a:solidFill>
                            <a:schemeClr val="tx1"/>
                          </a:solidFill>
                          <a:latin typeface="Consolas" panose="020B0609020204030204" pitchFamily="49" charset="0"/>
                        </a:rPr>
                        <a:t>Wrong module name</a:t>
                      </a:r>
                      <a:endParaRPr sz="1100" dirty="0">
                        <a:solidFill>
                          <a:schemeClr val="tx1"/>
                        </a:solidFill>
                        <a:latin typeface="Consolas" panose="020B0609020204030204" pitchFamily="49" charset="0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44deeedf12_0_9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Error Handling</a:t>
            </a:r>
            <a:endParaRPr/>
          </a:p>
        </p:txBody>
      </p:sp>
      <p:sp>
        <p:nvSpPr>
          <p:cNvPr id="178" name="Google Shape;178;g344deeedf12_0_97"/>
          <p:cNvSpPr txBox="1"/>
          <p:nvPr/>
        </p:nvSpPr>
        <p:spPr>
          <a:xfrm>
            <a:off x="606210" y="1570610"/>
            <a:ext cx="7647000" cy="324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</a:pPr>
            <a:r>
              <a:rPr lang="en" sz="1800" dirty="0">
                <a:solidFill>
                  <a:srgbClr val="FFCC01"/>
                </a:solidFill>
                <a:latin typeface="Roboto"/>
                <a:ea typeface="Roboto"/>
                <a:cs typeface="Roboto"/>
                <a:sym typeface="Roboto"/>
              </a:rPr>
              <a:t>Why Handle Errors?</a:t>
            </a:r>
            <a:endParaRPr sz="1800" dirty="0">
              <a:solidFill>
                <a:srgbClr val="FFCC0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solidFill>
                  <a:srgbClr val="FFCC01"/>
                </a:solidFill>
                <a:latin typeface="Roboto"/>
                <a:ea typeface="Roboto"/>
                <a:cs typeface="Roboto"/>
                <a:sym typeface="Roboto"/>
              </a:rPr>
              <a:t>Prevent your program from crashing</a:t>
            </a:r>
            <a:endParaRPr sz="1800" dirty="0">
              <a:solidFill>
                <a:srgbClr val="FFCC0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solidFill>
                  <a:srgbClr val="FFCC01"/>
                </a:solidFill>
                <a:latin typeface="Roboto"/>
                <a:ea typeface="Roboto"/>
                <a:cs typeface="Roboto"/>
                <a:sym typeface="Roboto"/>
              </a:rPr>
              <a:t>Provide helpful messages to users</a:t>
            </a:r>
            <a:endParaRPr sz="1800" dirty="0">
              <a:solidFill>
                <a:srgbClr val="FFCC0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914400" marR="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</a:pPr>
            <a:r>
              <a:rPr lang="en" sz="1800" dirty="0">
                <a:solidFill>
                  <a:srgbClr val="FFCC01"/>
                </a:solidFill>
                <a:latin typeface="Roboto"/>
                <a:ea typeface="Roboto"/>
                <a:cs typeface="Roboto"/>
                <a:sym typeface="Roboto"/>
              </a:rPr>
              <a:t>Let your code recover from unexpected situations</a:t>
            </a:r>
            <a:endParaRPr sz="1800" dirty="0">
              <a:solidFill>
                <a:srgbClr val="FFCC0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44deeedf12_0_10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- except</a:t>
            </a:r>
            <a:endParaRPr/>
          </a:p>
        </p:txBody>
      </p:sp>
      <p:sp>
        <p:nvSpPr>
          <p:cNvPr id="184" name="Google Shape;184;g344deeedf12_0_103"/>
          <p:cNvSpPr txBox="1">
            <a:spLocks noGrp="1"/>
          </p:cNvSpPr>
          <p:nvPr>
            <p:ph type="body" sz="quarter" idx="11"/>
          </p:nvPr>
        </p:nvSpPr>
        <p:spPr>
          <a:xfrm>
            <a:off x="411480" y="874643"/>
            <a:ext cx="8321040" cy="375450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" sz="1800" dirty="0"/>
              <a:t>Tries a block a code and if an error is raised, can handle that error neatly</a:t>
            </a:r>
            <a:endParaRPr sz="1800" dirty="0"/>
          </a:p>
          <a:p>
            <a:pPr marL="457200" lvl="0" indent="-36195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●"/>
            </a:pPr>
            <a:r>
              <a:rPr lang="en" sz="1800" dirty="0"/>
              <a:t>Example:</a:t>
            </a:r>
            <a:endParaRPr sz="1800" dirty="0"/>
          </a:p>
          <a:p>
            <a:pPr marL="45720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try: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# code that might cause an error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number = int("</a:t>
            </a:r>
            <a:r>
              <a:rPr lang="en" sz="14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abc</a:t>
            </a: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except </a:t>
            </a:r>
            <a:r>
              <a:rPr lang="en" sz="14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ValueError</a:t>
            </a: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print("Oops! That wasn't a number.")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44deeedf12_0_11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- except continued</a:t>
            </a:r>
            <a:endParaRPr/>
          </a:p>
        </p:txBody>
      </p:sp>
      <p:sp>
        <p:nvSpPr>
          <p:cNvPr id="190" name="Google Shape;190;g344deeedf12_0_111"/>
          <p:cNvSpPr txBox="1">
            <a:spLocks noGrp="1"/>
          </p:cNvSpPr>
          <p:nvPr>
            <p:ph type="body" sz="quarter" idx="11"/>
          </p:nvPr>
        </p:nvSpPr>
        <p:spPr>
          <a:xfrm>
            <a:off x="411480" y="815009"/>
            <a:ext cx="8321040" cy="381414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619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Char char="●"/>
            </a:pPr>
            <a:r>
              <a:rPr lang="en" sz="1800" dirty="0"/>
              <a:t>Optional</a:t>
            </a:r>
            <a:endParaRPr sz="1800" dirty="0"/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800" dirty="0"/>
              <a:t>: Runs if no error occurs</a:t>
            </a:r>
            <a:endParaRPr sz="1800" dirty="0"/>
          </a:p>
          <a:p>
            <a:pPr marL="914400" lvl="1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○"/>
            </a:pPr>
            <a:r>
              <a:rPr lang="en" sz="1800" dirty="0">
                <a:latin typeface="Consolas"/>
                <a:ea typeface="Consolas"/>
                <a:cs typeface="Consolas"/>
                <a:sym typeface="Consolas"/>
              </a:rPr>
              <a:t>finally</a:t>
            </a:r>
            <a:r>
              <a:rPr lang="en" sz="1800" dirty="0"/>
              <a:t>: always runs</a:t>
            </a:r>
          </a:p>
          <a:p>
            <a:pPr marL="571500" lvl="1" indent="0">
              <a:lnSpc>
                <a:spcPct val="100000"/>
              </a:lnSpc>
              <a:buClr>
                <a:srgbClr val="000000"/>
              </a:buClr>
              <a:buSzPts val="1800"/>
              <a:buNone/>
            </a:pPr>
            <a:endParaRPr lang="en" sz="1800" dirty="0"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" sz="1800" dirty="0"/>
              <a:t>Example</a:t>
            </a:r>
            <a:endParaRPr sz="1800" dirty="0"/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try: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result = 10 / 2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except </a:t>
            </a:r>
            <a:r>
              <a:rPr lang="en" sz="14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ZeroDivisionError</a:t>
            </a: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print("Cannot divide by zero.")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else: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print("Division successful.")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finally: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indent="0">
              <a:lnSpc>
                <a:spcPct val="100000"/>
              </a:lnSpc>
              <a:buNone/>
            </a:pP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print("Done.")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 dirty="0"/>
              <a:t>Examples</a:t>
            </a:r>
            <a:endParaRPr sz="1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4deeedf12_0_1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raise</a:t>
            </a:r>
            <a:endParaRPr/>
          </a:p>
        </p:txBody>
      </p:sp>
      <p:sp>
        <p:nvSpPr>
          <p:cNvPr id="196" name="Google Shape;196;g344deeedf12_0_118"/>
          <p:cNvSpPr txBox="1">
            <a:spLocks noGrp="1"/>
          </p:cNvSpPr>
          <p:nvPr>
            <p:ph type="body" sz="quarter" idx="11"/>
          </p:nvPr>
        </p:nvSpPr>
        <p:spPr>
          <a:xfrm>
            <a:off x="411480" y="750404"/>
            <a:ext cx="8321040" cy="38787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17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6666"/>
              <a:buFont typeface="Arial"/>
              <a:buChar char="●"/>
            </a:pPr>
            <a:r>
              <a:rPr lang="en" sz="1800" dirty="0"/>
              <a:t>“raise” is used to intentionally trigger an error</a:t>
            </a:r>
            <a:endParaRPr lang="en-US" sz="1800" dirty="0"/>
          </a:p>
          <a:p>
            <a:pPr marL="457200" lvl="0" indent="-3517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6666"/>
              <a:buFont typeface="Arial"/>
              <a:buChar char="●"/>
            </a:pPr>
            <a:r>
              <a:rPr lang="en" sz="1800" dirty="0"/>
              <a:t>Helps enforce rules and catch problems early</a:t>
            </a:r>
            <a:endParaRPr sz="1800" dirty="0"/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Arial"/>
              <a:buChar char="●"/>
            </a:pPr>
            <a:r>
              <a:rPr lang="en" sz="1800" dirty="0"/>
              <a:t>Make your code more predictable and safe</a:t>
            </a:r>
            <a:endParaRPr sz="1800" dirty="0"/>
          </a:p>
          <a:p>
            <a:pPr marL="457200" lvl="0" indent="-35179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16666"/>
              <a:buFont typeface="Arial"/>
              <a:buChar char="●"/>
            </a:pPr>
            <a:r>
              <a:rPr lang="en" sz="1800" dirty="0"/>
              <a:t>Useful for custom error messages or defining your own exceptions</a:t>
            </a:r>
            <a:endParaRPr sz="1800" dirty="0"/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ct val="100000"/>
              <a:buFont typeface="Arial"/>
              <a:buChar char="●"/>
            </a:pPr>
            <a:r>
              <a:rPr lang="en" sz="1800" dirty="0"/>
              <a:t>Syntax</a:t>
            </a: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if age &lt; 0:</a:t>
            </a:r>
            <a:endParaRPr sz="1100" dirty="0">
              <a:solidFill>
                <a:srgbClr val="FFCC01"/>
              </a:solidFill>
              <a:latin typeface="Consolas"/>
              <a:ea typeface="Consolas"/>
              <a:cs typeface="Consolas"/>
            </a:endParaRPr>
          </a:p>
          <a:p>
            <a:pPr indent="0">
              <a:lnSpc>
                <a:spcPct val="100000"/>
              </a:lnSpc>
              <a:buNone/>
            </a:pPr>
            <a:r>
              <a:rPr lang="en" sz="11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    raise ValueError("Age cannot be negative.")</a:t>
            </a:r>
            <a:endParaRPr sz="11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9144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800" dirty="0"/>
              <a:t>Built-in Exceptions</a:t>
            </a: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raise </a:t>
            </a:r>
            <a:r>
              <a:rPr lang="en" sz="12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TypeError</a:t>
            </a:r>
            <a:r>
              <a:rPr lang="en" sz="12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("This function only accepts strings.")</a:t>
            </a:r>
            <a:endParaRPr sz="12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raise </a:t>
            </a:r>
            <a:r>
              <a:rPr lang="en" sz="12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ZeroDivisionError</a:t>
            </a:r>
            <a:r>
              <a:rPr lang="en" sz="12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("Cannot divide by zero.")</a:t>
            </a:r>
            <a:endParaRPr sz="12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1800" dirty="0"/>
              <a:t>Raised errors can be caught and handled with try / except</a:t>
            </a:r>
            <a:endParaRPr sz="1800" dirty="0"/>
          </a:p>
          <a:p>
            <a:pPr marL="457200" lvl="0" indent="-33401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" sz="1800" dirty="0"/>
              <a:t>If not caught, they will be passed to the output and stop the program</a:t>
            </a: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Final Coding Exercise</a:t>
            </a:r>
            <a:endParaRPr/>
          </a:p>
        </p:txBody>
      </p:sp>
      <p:sp>
        <p:nvSpPr>
          <p:cNvPr id="202" name="Google Shape;202;p10"/>
          <p:cNvSpPr txBox="1">
            <a:spLocks noGrp="1"/>
          </p:cNvSpPr>
          <p:nvPr>
            <p:ph type="body" sz="quarter" idx="11"/>
          </p:nvPr>
        </p:nvSpPr>
        <p:spPr>
          <a:xfrm>
            <a:off x="411480" y="819978"/>
            <a:ext cx="8220655" cy="3809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76470"/>
              <a:buNone/>
            </a:pPr>
            <a:r>
              <a:rPr lang="en" sz="1700" b="1" dirty="0"/>
              <a:t>20 min </a:t>
            </a:r>
            <a:endParaRPr lang="en-US" sz="1700" b="1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86666"/>
              <a:buNone/>
            </a:pPr>
            <a:endParaRPr sz="1500" b="1" dirty="0"/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76470"/>
              <a:buNone/>
            </a:pPr>
            <a:r>
              <a:rPr lang="en" sz="1700" dirty="0"/>
              <a:t>Write a block of code that takes in user input until they guess the random number</a:t>
            </a:r>
            <a:endParaRPr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" sz="1700" dirty="0"/>
              <a:t>Prompt the user to help them with their guess</a:t>
            </a:r>
            <a:endParaRPr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76470"/>
              <a:buNone/>
            </a:pPr>
            <a:r>
              <a:rPr lang="en" sz="1700" dirty="0"/>
              <a:t>Handle the following situations</a:t>
            </a:r>
            <a:endParaRPr sz="1700" dirty="0"/>
          </a:p>
          <a:p>
            <a:pPr marL="457200" lvl="0" indent="-32829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ct val="100000"/>
              <a:buChar char="●"/>
            </a:pPr>
            <a:r>
              <a:rPr lang="en" sz="1700" dirty="0"/>
              <a:t>User does not input the right python data type</a:t>
            </a:r>
            <a:endParaRPr sz="1700" dirty="0"/>
          </a:p>
          <a:p>
            <a:pPr marL="457200" lvl="0" indent="-32829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700" dirty="0"/>
              <a:t>User inputs a negative number</a:t>
            </a:r>
            <a:endParaRPr sz="1700" dirty="0"/>
          </a:p>
          <a:p>
            <a:pPr marL="457200" lvl="0" indent="-32829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1700" dirty="0"/>
              <a:t>User inputs a number outside the guess range</a:t>
            </a:r>
            <a:endParaRPr sz="17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76470"/>
              <a:buNone/>
            </a:pPr>
            <a:r>
              <a:rPr lang="en" sz="1700" b="1" dirty="0"/>
              <a:t>Hint: use </a:t>
            </a:r>
            <a:r>
              <a:rPr lang="en" sz="1700" b="1" dirty="0">
                <a:solidFill>
                  <a:srgbClr val="FFCC01"/>
                </a:solidFill>
              </a:rPr>
              <a:t>random.randomint() </a:t>
            </a:r>
            <a:r>
              <a:rPr lang="en" sz="1700" b="1" dirty="0"/>
              <a:t>to generate a random number</a:t>
            </a:r>
            <a:endParaRPr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44deeedf12_0_9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en"/>
              <a:t>Final Coding Exercise</a:t>
            </a:r>
            <a:endParaRPr/>
          </a:p>
        </p:txBody>
      </p:sp>
      <p:sp>
        <p:nvSpPr>
          <p:cNvPr id="208" name="Google Shape;208;g344deeedf12_0_92"/>
          <p:cNvSpPr txBox="1">
            <a:spLocks noGrp="1"/>
          </p:cNvSpPr>
          <p:nvPr>
            <p:ph type="body" sz="quarter" idx="11"/>
          </p:nvPr>
        </p:nvSpPr>
        <p:spPr>
          <a:xfrm>
            <a:off x="411480" y="870065"/>
            <a:ext cx="8321040" cy="375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en" sz="1700" b="1" dirty="0"/>
              <a:t>20 min </a:t>
            </a:r>
            <a:endParaRPr sz="1700" b="1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 dirty="0"/>
              <a:t>Given a list of numbers, write a program that: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Loops through the list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Skips any None values or non-integer types with an error message using try/except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Raises a </a:t>
            </a:r>
            <a:r>
              <a:rPr lang="en" sz="1500" dirty="0" err="1"/>
              <a:t>ValueError</a:t>
            </a:r>
            <a:r>
              <a:rPr lang="en" sz="1500" dirty="0"/>
              <a:t> if it finds a negative number (stops the program)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Collects all valid positive integers into a new list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en" sz="1500" dirty="0"/>
              <a:t>Prints the new list and the sum of its numbers</a:t>
            </a:r>
            <a:endParaRPr sz="1500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350" dirty="0"/>
              <a:t>List: </a:t>
            </a:r>
            <a:r>
              <a:rPr lang="en" sz="14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[10, -5, 20, ‘hello’, 5.2, 15, None, 30]</a:t>
            </a:r>
            <a:endParaRPr sz="1400" dirty="0">
              <a:solidFill>
                <a:srgbClr val="FFCC0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 b="1" dirty="0"/>
              <a:t>Once you have a solution, remove -5 from the list and run it again.</a:t>
            </a:r>
            <a:endParaRPr sz="1500" b="1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500" dirty="0"/>
              <a:t>Hints:  </a:t>
            </a:r>
            <a:endParaRPr sz="1500" dirty="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 dirty="0"/>
              <a:t>Use </a:t>
            </a:r>
            <a:r>
              <a:rPr lang="en" sz="1500" dirty="0" err="1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isinstance</a:t>
            </a:r>
            <a:r>
              <a:rPr lang="en" sz="1500" dirty="0">
                <a:solidFill>
                  <a:srgbClr val="FFCC01"/>
                </a:solidFill>
                <a:latin typeface="Consolas"/>
                <a:ea typeface="Consolas"/>
                <a:cs typeface="Consolas"/>
                <a:sym typeface="Consolas"/>
              </a:rPr>
              <a:t>(item, int) </a:t>
            </a:r>
            <a:r>
              <a:rPr lang="en" sz="1500" dirty="0"/>
              <a:t>to check types</a:t>
            </a:r>
            <a:endParaRPr sz="1500" dirty="0"/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 dirty="0"/>
              <a:t>Build the valid list as you go</a:t>
            </a:r>
            <a:endParaRPr sz="1500" dirty="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US Army 2023 AFC DEVCOM Logo">
  <a:themeElements>
    <a:clrScheme name="US Army Color Palette">
      <a:dk1>
        <a:srgbClr val="000000"/>
      </a:dk1>
      <a:lt1>
        <a:srgbClr val="FFFFFF"/>
      </a:lt1>
      <a:dk2>
        <a:srgbClr val="221F20"/>
      </a:dk2>
      <a:lt2>
        <a:srgbClr val="FFCC01"/>
      </a:lt2>
      <a:accent1>
        <a:srgbClr val="221F20"/>
      </a:accent1>
      <a:accent2>
        <a:srgbClr val="FFCC01"/>
      </a:accent2>
      <a:accent3>
        <a:srgbClr val="727365"/>
      </a:accent3>
      <a:accent4>
        <a:srgbClr val="D5D5D7"/>
      </a:accent4>
      <a:accent5>
        <a:srgbClr val="565557"/>
      </a:accent5>
      <a:accent6>
        <a:srgbClr val="BFB8A6"/>
      </a:accent6>
      <a:hlink>
        <a:srgbClr val="565557"/>
      </a:hlink>
      <a:folHlink>
        <a:srgbClr val="305B6E"/>
      </a:folHlink>
    </a:clrScheme>
    <a:fontScheme name="US Army 2023 Font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US Army 2023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127000" dist="63500" dir="2700000" algn="b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ln>
          <a:noFill/>
          <a:miter/>
        </a:ln>
      </a:spPr>
      <a:bodyPr/>
      <a:lstStyle>
        <a:defPPr algn="ctr">
          <a:lnSpc>
            <a:spcPct val="95000"/>
          </a:lnSpc>
          <a:defRPr sz="1700"/>
        </a:defPPr>
      </a:lstStyle>
      <a:style>
        <a:lnRef idx="0">
          <a:schemeClr val="accent1"/>
        </a:lnRef>
        <a:fillRef idx="1">
          <a:schemeClr val="accent1"/>
        </a:fillRef>
        <a:effectRef idx="0">
          <a:srgbClr val="000000"/>
        </a:effectRef>
        <a:fontRef idx="minor">
          <a:srgbClr val="FFFFFF"/>
        </a:fontRef>
      </a:style>
    </a:spDef>
    <a:lnDef>
      <a:spPr>
        <a:ln w="12700" cap="flat">
          <a:miter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rgbClr val="000000"/>
        </a:effectRef>
        <a:fontRef idx="minor">
          <a:srgbClr val="FFFFFF"/>
        </a:fontRef>
      </a:style>
    </a:lnDef>
    <a:txDef>
      <a:spPr>
        <a:noFill/>
      </a:spPr>
      <a:bodyPr wrap="square" lIns="0" tIns="0" rIns="0" bIns="0" rtlCol="0">
        <a:noAutofit/>
      </a:bodyPr>
      <a:lstStyle>
        <a:defPPr marL="182880" indent="-182880">
          <a:lnSpc>
            <a:spcPct val="95000"/>
          </a:lnSpc>
          <a:spcBef>
            <a:spcPts val="1000"/>
          </a:spcBef>
          <a:buSzPct val="100000"/>
          <a:buFont typeface="Arial"/>
          <a:buChar char="▪"/>
          <a:defRPr sz="1700"/>
        </a:defPPr>
      </a:lstStyle>
    </a:txDef>
  </a:objectDefaults>
  <a:extraClrSchemeLst/>
  <a:custClrLst>
    <a:custClr name="Army Black">
      <a:srgbClr val="221F20"/>
    </a:custClr>
    <a:custClr name="Army Gold">
      <a:srgbClr val="FFCC01"/>
    </a:custClr>
    <a:custClr name="White">
      <a:srgbClr val="FFFFFF"/>
    </a:custClr>
    <a:custClr name="Army Green">
      <a:srgbClr val="2F372F"/>
    </a:custClr>
    <a:custClr name="Tan">
      <a:srgbClr val="F1E4C7"/>
    </a:custClr>
    <a:custClr name="Field 01">
      <a:srgbClr val="727365"/>
    </a:custClr>
    <a:custClr name="Field 02">
      <a:srgbClr val="BFB8A6"/>
    </a:custClr>
    <a:custClr name="Gray 01">
      <a:srgbClr val="565557"/>
    </a:custClr>
    <a:custClr name="Gray 02">
      <a:srgbClr val="D5D5D7"/>
    </a:custClr>
    <a:custClr name="Highlight Orange">
      <a:srgbClr val="F16521"/>
    </a:custClr>
    <a:custClr name="Highlight Green">
      <a:srgbClr val="2DAA27"/>
    </a:custClr>
    <a:custClr name="Highlight Red">
      <a:srgbClr val="CF0000"/>
    </a:custClr>
  </a:custClrLst>
  <a:extLst>
    <a:ext uri="{05A4C25C-085E-4340-85A3-A5531E510DB2}">
      <thm15:themeFamily xmlns:thm15="http://schemas.microsoft.com/office/thememl/2012/main" name="US Army PowerPoint 16x9 12Feb2023" id="{3EB2FCAD-453B-4F97-9379-31EB449BB4A1}" vid="{CCBAEC26-5D3F-44DD-9C13-DB69982D462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5359E76FA9FC24B943D75031F37743A" ma:contentTypeVersion="15" ma:contentTypeDescription="Create a new document." ma:contentTypeScope="" ma:versionID="665a36501b5e2cf15d1c317412bd8a7d">
  <xsd:schema xmlns:xsd="http://www.w3.org/2001/XMLSchema" xmlns:xs="http://www.w3.org/2001/XMLSchema" xmlns:p="http://schemas.microsoft.com/office/2006/metadata/properties" xmlns:ns1="http://schemas.microsoft.com/sharepoint/v3" xmlns:ns2="9dde6c22-8ab6-440c-b851-8913fffc73fe" xmlns:ns3="ae0dd124-40e6-4fe0-86bb-5d5f22ef871f" targetNamespace="http://schemas.microsoft.com/office/2006/metadata/properties" ma:root="true" ma:fieldsID="170321637f7a3b3ff889e1b65524f254" ns1:_="" ns2:_="" ns3:_="">
    <xsd:import namespace="http://schemas.microsoft.com/sharepoint/v3"/>
    <xsd:import namespace="9dde6c22-8ab6-440c-b851-8913fffc73fe"/>
    <xsd:import namespace="ae0dd124-40e6-4fe0-86bb-5d5f22ef87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DateTaken" minOccurs="0"/>
                <xsd:element ref="ns2:MediaLengthInSecond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de6c22-8ab6-440c-b851-8913fffc73f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cc874fec-6985-468d-9a86-0194f6fd86d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0dd124-40e6-4fe0-86bb-5d5f22ef871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lcf76f155ced4ddcb4097134ff3c332f xmlns="9dde6c22-8ab6-440c-b851-8913fffc73fe">
      <Terms xmlns="http://schemas.microsoft.com/office/infopath/2007/PartnerControls"/>
    </lcf76f155ced4ddcb4097134ff3c332f>
    <_ip_UnifiedCompliancePolicyProperties xmlns="http://schemas.microsoft.com/sharepoint/v3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F82FFD5-FE2C-44A9-B406-3CE2F96D800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dde6c22-8ab6-440c-b851-8913fffc73fe"/>
    <ds:schemaRef ds:uri="ae0dd124-40e6-4fe0-86bb-5d5f22ef87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7A1EB01-861B-4BAA-842F-73F9F1C283D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9dde6c22-8ab6-440c-b851-8913fffc73fe"/>
  </ds:schemaRefs>
</ds:datastoreItem>
</file>

<file path=customXml/itemProps3.xml><?xml version="1.0" encoding="utf-8"?>
<ds:datastoreItem xmlns:ds="http://schemas.openxmlformats.org/officeDocument/2006/customXml" ds:itemID="{EEDAE058-693F-4D4D-B3D4-49585FB2484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AI2C Slide Template</Template>
  <TotalTime>19</TotalTime>
  <Words>1745</Words>
  <Application>Microsoft Office PowerPoint</Application>
  <PresentationFormat>On-screen Show (16:9)</PresentationFormat>
  <Paragraphs>296</Paragraphs>
  <Slides>25</Slides>
  <Notes>25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Consolas</vt:lpstr>
      <vt:lpstr>Arial Bold</vt:lpstr>
      <vt:lpstr>Roboto</vt:lpstr>
      <vt:lpstr>Arial</vt:lpstr>
      <vt:lpstr>US Army 2023 AFC DEVCOM Logo</vt:lpstr>
      <vt:lpstr>Conditional Statements and Loops</vt:lpstr>
      <vt:lpstr>Review: What is a Boolean?</vt:lpstr>
      <vt:lpstr>Conditional Statements</vt:lpstr>
      <vt:lpstr>The "if" Statement</vt:lpstr>
      <vt:lpstr>The “else” Statement</vt:lpstr>
      <vt:lpstr>The “elif” Statement</vt:lpstr>
      <vt:lpstr>Nested Conditional Statements </vt:lpstr>
      <vt:lpstr>Key Concepts </vt:lpstr>
      <vt:lpstr>Exercise - Conditional statements</vt:lpstr>
      <vt:lpstr>Loops</vt:lpstr>
      <vt:lpstr>range() function </vt:lpstr>
      <vt:lpstr>“for” loop</vt:lpstr>
      <vt:lpstr>“while” loop</vt:lpstr>
      <vt:lpstr>Loop Control Statements</vt:lpstr>
      <vt:lpstr>Nested Loops</vt:lpstr>
      <vt:lpstr>Exercise - Loops</vt:lpstr>
      <vt:lpstr>Python Errors</vt:lpstr>
      <vt:lpstr>Exercise - Python Errors</vt:lpstr>
      <vt:lpstr>PowerPoint Presentation</vt:lpstr>
      <vt:lpstr>Error Handling</vt:lpstr>
      <vt:lpstr>try - except</vt:lpstr>
      <vt:lpstr>try - except continued</vt:lpstr>
      <vt:lpstr>raise</vt:lpstr>
      <vt:lpstr>Final Coding Exercise</vt:lpstr>
      <vt:lpstr>Final Coding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raymond fernandez</cp:lastModifiedBy>
  <cp:revision>61</cp:revision>
  <dcterms:modified xsi:type="dcterms:W3CDTF">2025-12-22T15:40:14Z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0x01010055359E76FA9FC24B943D75031F37743A</vt:lpwstr>
  </property>
  <property fmtid="{D5CDD505-2E9C-101B-9397-08002B2CF9AE}" pid="3" name="MediaServiceImageTags">
    <vt:lpwstr/>
  </property>
</Properties>
</file>