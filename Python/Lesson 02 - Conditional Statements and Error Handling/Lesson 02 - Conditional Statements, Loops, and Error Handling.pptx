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5"/>
    <p:sldMasterId id="214748368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9063A8-BC75-44AB-A561-BE0A82F3F6A3}">
  <a:tblStyle styleId="{5B9063A8-BC75-44AB-A561-BE0A82F3F6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font" Target="fonts/Roboto-regular.fntdata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font" Target="fonts/Roboto-italic.fntdata"/><Relationship Id="rId12" Type="http://schemas.openxmlformats.org/officeDocument/2006/relationships/slide" Target="slides/slide5.xml"/><Relationship Id="rId34" Type="http://schemas.openxmlformats.org/officeDocument/2006/relationships/font" Target="fonts/Roboto-bold.fntdata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font" Target="fonts/Roboto-boldItalic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0" name="Google Shape;380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1" name="Google Shape;39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" name="Google Shape;3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" name="Google Shape;4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●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Remember: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Defining a function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If-elif-else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Comparison operators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Early exits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3" name="Google Shape;43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5" name="Google Shape;44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1" name="Google Shape;45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3" name="Google Shape;46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You will need nested loops.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outer loop controls the number of lines.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inner loop prints 1 2 3 on each line.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1" name="Google Shape;48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6" name="Google Shape;48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4" name="Google Shape;50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6" name="Google Shape;51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rgbClr val="221F2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2" type="body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3" type="body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4" type="body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5" type="body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6" type="body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7" type="body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8" type="body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9" type="body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3" type="body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pic>
        <p:nvPicPr>
          <p:cNvPr descr="U.S. Army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" name="Google Shape;33;p3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34" name="Google Shape;34;p3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5" name="Google Shape;35;p3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" name="Google Shape;37;p3"/>
          <p:cNvSpPr txBox="1"/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"/>
          <p:cNvSpPr txBox="1"/>
          <p:nvPr>
            <p:ph idx="14" type="subTitle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39" name="Google Shape;39;p3"/>
          <p:cNvSpPr txBox="1"/>
          <p:nvPr>
            <p:ph idx="15" type="body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1pPr>
            <a:lvl2pPr indent="-228600" lvl="1" marL="914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2pPr>
            <a:lvl3pPr indent="-228600" lvl="2" marL="1371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3pPr>
            <a:lvl4pPr indent="-228600" lvl="3" marL="1828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4pPr>
            <a:lvl5pPr indent="-228600" lvl="4" marL="22860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5pPr>
            <a:lvl6pPr indent="-228600" lvl="5" marL="2743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6pPr>
            <a:lvl7pPr indent="-228600" lvl="6" marL="3200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7pPr>
            <a:lvl8pPr indent="-228600" lvl="7" marL="3657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8pPr>
            <a:lvl9pPr indent="-228600" lvl="8" marL="4114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0" name="Google Shape;40;p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White">
  <p:cSld name="Title Slide - White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4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U.S. Army" id="45" name="Google Shape;45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668" y="78731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 txBox="1"/>
          <p:nvPr>
            <p:ph idx="1" type="body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2" type="body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48" name="Google Shape;48;p4"/>
          <p:cNvSpPr txBox="1"/>
          <p:nvPr>
            <p:ph idx="3" type="body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49" name="Google Shape;49;p4"/>
          <p:cNvSpPr txBox="1"/>
          <p:nvPr>
            <p:ph idx="4" type="body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0" name="Google Shape;50;p4"/>
          <p:cNvSpPr txBox="1"/>
          <p:nvPr>
            <p:ph idx="5" type="body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1" name="Google Shape;51;p4"/>
          <p:cNvSpPr txBox="1"/>
          <p:nvPr>
            <p:ph idx="6" type="body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2" name="Google Shape;52;p4"/>
          <p:cNvSpPr txBox="1"/>
          <p:nvPr>
            <p:ph idx="7" type="body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3" name="Google Shape;53;p4"/>
          <p:cNvSpPr txBox="1"/>
          <p:nvPr>
            <p:ph idx="8" type="body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4" name="Google Shape;54;p4"/>
          <p:cNvSpPr txBox="1"/>
          <p:nvPr>
            <p:ph idx="9" type="body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3" type="body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grpSp>
        <p:nvGrpSpPr>
          <p:cNvPr id="56" name="Google Shape;56;p4"/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57" name="Google Shape;57;p4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cap="flat" cmpd="sng" w="19050">
              <a:solidFill>
                <a:srgbClr val="221F2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" name="Google Shape;58;p4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cap="flat" cmpd="sng" w="19050">
              <a:solidFill>
                <a:srgbClr val="221F20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59" name="Google Shape;59;p4"/>
            <p:cNvCxnSpPr/>
            <p:nvPr/>
          </p:nvCxnSpPr>
          <p:spPr>
            <a:xfrm>
              <a:off x="4272796" y="3931920"/>
              <a:ext cx="0" cy="685800"/>
            </a:xfrm>
            <a:prstGeom prst="straightConnector1">
              <a:avLst/>
            </a:prstGeom>
            <a:noFill/>
            <a:ln cap="flat" cmpd="sng" w="19050">
              <a:solidFill>
                <a:srgbClr val="221F20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60" name="Google Shape;60;p4"/>
          <p:cNvSpPr txBox="1"/>
          <p:nvPr>
            <p:ph type="ctrTitle"/>
          </p:nvPr>
        </p:nvSpPr>
        <p:spPr>
          <a:xfrm>
            <a:off x="685800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4"/>
          <p:cNvSpPr txBox="1"/>
          <p:nvPr>
            <p:ph idx="14" type="subTitle"/>
          </p:nvPr>
        </p:nvSpPr>
        <p:spPr>
          <a:xfrm>
            <a:off x="685800" y="2838549"/>
            <a:ext cx="267414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b="1" sz="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2" name="Google Shape;62;p4"/>
          <p:cNvSpPr txBox="1"/>
          <p:nvPr>
            <p:ph idx="15" type="body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1pPr>
            <a:lvl2pPr indent="-228600" lvl="1" marL="914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2pPr>
            <a:lvl3pPr indent="-228600" lvl="2" marL="1371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3pPr>
            <a:lvl4pPr indent="-228600" lvl="3" marL="1828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4pPr>
            <a:lvl5pPr indent="-228600" lvl="4" marL="22860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5pPr>
            <a:lvl6pPr indent="-228600" lvl="5" marL="2743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6pPr>
            <a:lvl7pPr indent="-228600" lvl="6" marL="3200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7pPr>
            <a:lvl8pPr indent="-228600" lvl="7" marL="3657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8pPr>
            <a:lvl9pPr indent="-228600" lvl="8" marL="4114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b="1" sz="1050" cap="none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Image" showMasterSp="0">
  <p:cSld name="Title Slide - Imag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5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U.S. Army" id="66" name="Google Shape;6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5"/>
          <p:cNvSpPr txBox="1"/>
          <p:nvPr>
            <p:ph idx="1" type="body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68" name="Google Shape;68;p5"/>
          <p:cNvSpPr txBox="1"/>
          <p:nvPr>
            <p:ph idx="2" type="body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69" name="Google Shape;69;p5"/>
          <p:cNvSpPr txBox="1"/>
          <p:nvPr>
            <p:ph idx="3" type="body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0" name="Google Shape;70;p5"/>
          <p:cNvSpPr txBox="1"/>
          <p:nvPr>
            <p:ph idx="4" type="body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1" name="Google Shape;71;p5"/>
          <p:cNvSpPr txBox="1"/>
          <p:nvPr>
            <p:ph idx="5" type="body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2" name="Google Shape;72;p5"/>
          <p:cNvSpPr txBox="1"/>
          <p:nvPr>
            <p:ph idx="6" type="body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3" name="Google Shape;73;p5"/>
          <p:cNvSpPr txBox="1"/>
          <p:nvPr>
            <p:ph idx="7" type="body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idx="8" type="body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5" name="Google Shape;75;p5"/>
          <p:cNvSpPr txBox="1"/>
          <p:nvPr>
            <p:ph idx="9" type="body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76" name="Google Shape;76;p5"/>
          <p:cNvSpPr txBox="1"/>
          <p:nvPr>
            <p:ph idx="13" type="body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91425" spcFirstLastPara="1" rIns="36575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b="0" sz="675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/>
        </p:txBody>
      </p:sp>
      <p:grpSp>
        <p:nvGrpSpPr>
          <p:cNvPr id="77" name="Google Shape;77;p5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78" name="Google Shape;78;p5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9" name="Google Shape;79;p5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80" name="Google Shape;80;p5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cap="flat" cmpd="sng" w="19050">
              <a:solidFill>
                <a:srgbClr val="FFCC01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81" name="Google Shape;81;p5"/>
          <p:cNvSpPr txBox="1"/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5"/>
          <p:cNvSpPr txBox="1"/>
          <p:nvPr>
            <p:ph idx="14" type="subTitle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b="1" sz="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3" name="Google Shape;83;p5"/>
          <p:cNvSpPr txBox="1"/>
          <p:nvPr>
            <p:ph idx="15" type="body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1pPr>
            <a:lvl2pPr indent="-228600" lvl="1" marL="914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2pPr>
            <a:lvl3pPr indent="-228600" lvl="2" marL="1371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3pPr>
            <a:lvl4pPr indent="-228600" lvl="3" marL="1828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4pPr>
            <a:lvl5pPr indent="-228600" lvl="4" marL="22860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5pPr>
            <a:lvl6pPr indent="-228600" lvl="5" marL="2743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6pPr>
            <a:lvl7pPr indent="-228600" lvl="6" marL="32004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7pPr>
            <a:lvl8pPr indent="-228600" lvl="7" marL="3657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8pPr>
            <a:lvl9pPr indent="-228600" lvl="8" marL="41148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b="1" sz="1050" cap="none">
                <a:solidFill>
                  <a:schemeClr val="lt2"/>
                </a:solidFill>
              </a:defRPr>
            </a:lvl9pPr>
          </a:lstStyle>
          <a:p/>
        </p:txBody>
      </p:sp>
      <p:pic>
        <p:nvPicPr>
          <p:cNvPr id="84" name="Google Shape;8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6"/>
          <p:cNvSpPr txBox="1"/>
          <p:nvPr>
            <p:ph idx="1" type="body"/>
          </p:nvPr>
        </p:nvSpPr>
        <p:spPr>
          <a:xfrm>
            <a:off x="411480" y="1200149"/>
            <a:ext cx="5096352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90" name="Google Shape;90;p6"/>
          <p:cNvSpPr txBox="1"/>
          <p:nvPr>
            <p:ph idx="10" type="dt"/>
          </p:nvPr>
        </p:nvSpPr>
        <p:spPr>
          <a:xfrm>
            <a:off x="411480" y="4972050"/>
            <a:ext cx="6172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6"/>
          <p:cNvSpPr txBox="1"/>
          <p:nvPr>
            <p:ph idx="12" type="sldNum"/>
          </p:nvPr>
        </p:nvSpPr>
        <p:spPr>
          <a:xfrm>
            <a:off x="8433828" y="4972050"/>
            <a:ext cx="2994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">
  <p:cSld name="2 Column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7"/>
          <p:cNvSpPr txBox="1"/>
          <p:nvPr>
            <p:ph idx="1" type="body"/>
          </p:nvPr>
        </p:nvSpPr>
        <p:spPr>
          <a:xfrm>
            <a:off x="41147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95" name="Google Shape;95;p7"/>
          <p:cNvSpPr txBox="1"/>
          <p:nvPr>
            <p:ph idx="2" type="body"/>
          </p:nvPr>
        </p:nvSpPr>
        <p:spPr>
          <a:xfrm>
            <a:off x="470915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96" name="Google Shape;96;p7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7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">
  <p:cSld name="3 Column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8"/>
          <p:cNvSpPr txBox="1"/>
          <p:nvPr>
            <p:ph idx="1" type="body"/>
          </p:nvPr>
        </p:nvSpPr>
        <p:spPr>
          <a:xfrm>
            <a:off x="411479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101" name="Google Shape;101;p8"/>
          <p:cNvSpPr txBox="1"/>
          <p:nvPr>
            <p:ph idx="2" type="body"/>
          </p:nvPr>
        </p:nvSpPr>
        <p:spPr>
          <a:xfrm>
            <a:off x="3278124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102" name="Google Shape;102;p8"/>
          <p:cNvSpPr txBox="1"/>
          <p:nvPr>
            <p:ph idx="3" type="body"/>
          </p:nvPr>
        </p:nvSpPr>
        <p:spPr>
          <a:xfrm>
            <a:off x="6144767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103" name="Google Shape;103;p8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8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Column">
  <p:cSld name="4 Column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9"/>
          <p:cNvSpPr txBox="1"/>
          <p:nvPr>
            <p:ph idx="1" type="body"/>
          </p:nvPr>
        </p:nvSpPr>
        <p:spPr>
          <a:xfrm>
            <a:off x="41148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08" name="Google Shape;108;p9"/>
          <p:cNvSpPr txBox="1"/>
          <p:nvPr>
            <p:ph idx="2" type="body"/>
          </p:nvPr>
        </p:nvSpPr>
        <p:spPr>
          <a:xfrm>
            <a:off x="256032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09" name="Google Shape;109;p9"/>
          <p:cNvSpPr txBox="1"/>
          <p:nvPr>
            <p:ph idx="3" type="body"/>
          </p:nvPr>
        </p:nvSpPr>
        <p:spPr>
          <a:xfrm>
            <a:off x="470916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10" name="Google Shape;110;p9"/>
          <p:cNvSpPr txBox="1"/>
          <p:nvPr>
            <p:ph idx="4" type="body"/>
          </p:nvPr>
        </p:nvSpPr>
        <p:spPr>
          <a:xfrm>
            <a:off x="685800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11" name="Google Shape;111;p9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9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Icons">
  <p:cSld name="4 Ico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0"/>
          <p:cNvSpPr/>
          <p:nvPr>
            <p:ph idx="2" type="pic"/>
          </p:nvPr>
        </p:nvSpPr>
        <p:spPr>
          <a:xfrm>
            <a:off x="411480" y="1200150"/>
            <a:ext cx="418338" cy="416624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10"/>
          <p:cNvSpPr txBox="1"/>
          <p:nvPr>
            <p:ph idx="1" type="body"/>
          </p:nvPr>
        </p:nvSpPr>
        <p:spPr>
          <a:xfrm>
            <a:off x="41148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17" name="Google Shape;117;p10"/>
          <p:cNvSpPr/>
          <p:nvPr>
            <p:ph idx="3" type="pic"/>
          </p:nvPr>
        </p:nvSpPr>
        <p:spPr>
          <a:xfrm>
            <a:off x="256032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10"/>
          <p:cNvSpPr txBox="1"/>
          <p:nvPr>
            <p:ph idx="4" type="body"/>
          </p:nvPr>
        </p:nvSpPr>
        <p:spPr>
          <a:xfrm>
            <a:off x="256032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19" name="Google Shape;119;p10"/>
          <p:cNvSpPr/>
          <p:nvPr>
            <p:ph idx="5" type="pic"/>
          </p:nvPr>
        </p:nvSpPr>
        <p:spPr>
          <a:xfrm>
            <a:off x="470916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10"/>
          <p:cNvSpPr txBox="1"/>
          <p:nvPr>
            <p:ph idx="6" type="body"/>
          </p:nvPr>
        </p:nvSpPr>
        <p:spPr>
          <a:xfrm>
            <a:off x="470916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21" name="Google Shape;121;p10"/>
          <p:cNvSpPr/>
          <p:nvPr>
            <p:ph idx="7" type="pic"/>
          </p:nvPr>
        </p:nvSpPr>
        <p:spPr>
          <a:xfrm>
            <a:off x="685800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10"/>
          <p:cNvSpPr txBox="1"/>
          <p:nvPr>
            <p:ph idx="8" type="body"/>
          </p:nvPr>
        </p:nvSpPr>
        <p:spPr>
          <a:xfrm>
            <a:off x="685800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23" name="Google Shape;123;p10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10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umbers" showMasterSp="0">
  <p:cSld name="4 Numbers">
    <p:bg>
      <p:bgPr>
        <a:solidFill>
          <a:srgbClr val="221F20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27" name="Google Shape;127;p11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8" name="Google Shape;128;p11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29" name="Google Shape;129;p11"/>
          <p:cNvSpPr txBox="1"/>
          <p:nvPr>
            <p:ph idx="1" type="body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None/>
              <a:defRPr sz="975">
                <a:solidFill>
                  <a:schemeClr val="lt1"/>
                </a:solidFill>
              </a:defRPr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30" name="Google Shape;130;p11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1" name="Google Shape;131;p11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32" name="Google Shape;132;p11"/>
          <p:cNvSpPr txBox="1"/>
          <p:nvPr>
            <p:ph idx="2" type="body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33" name="Google Shape;133;p11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4" name="Google Shape;134;p11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35" name="Google Shape;135;p11"/>
          <p:cNvSpPr txBox="1"/>
          <p:nvPr>
            <p:ph idx="3" type="body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36" name="Google Shape;136;p11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7" name="Google Shape;137;p11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38" name="Google Shape;138;p11"/>
          <p:cNvSpPr txBox="1"/>
          <p:nvPr>
            <p:ph idx="4" type="body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9" name="Google Shape;139;p11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11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42" name="Google Shape;142;p1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43" name="Google Shape;143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Numbers - White">
  <p:cSld name="4 Numbers - White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46" name="Google Shape;146;p12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7" name="Google Shape;147;p12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48" name="Google Shape;148;p12"/>
          <p:cNvSpPr txBox="1"/>
          <p:nvPr>
            <p:ph idx="1" type="body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49" name="Google Shape;149;p12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0" name="Google Shape;150;p12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51" name="Google Shape;151;p12"/>
          <p:cNvSpPr txBox="1"/>
          <p:nvPr>
            <p:ph idx="2" type="body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52" name="Google Shape;152;p12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3" name="Google Shape;153;p12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54" name="Google Shape;154;p12"/>
          <p:cNvSpPr txBox="1"/>
          <p:nvPr>
            <p:ph idx="3" type="body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55" name="Google Shape;155;p12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6" name="Google Shape;156;p12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57" name="Google Shape;157;p12"/>
          <p:cNvSpPr txBox="1"/>
          <p:nvPr>
            <p:ph idx="4" type="body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58" name="Google Shape;158;p12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12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 Numbers" showMasterSp="0">
  <p:cSld name="8 Numbers">
    <p:bg>
      <p:bgPr>
        <a:solidFill>
          <a:srgbClr val="221F20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62" name="Google Shape;162;p13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3" name="Google Shape;163;p13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64" name="Google Shape;164;p13"/>
          <p:cNvSpPr txBox="1"/>
          <p:nvPr>
            <p:ph idx="1" type="body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65" name="Google Shape;165;p13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6" name="Google Shape;166;p13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67" name="Google Shape;167;p13"/>
          <p:cNvSpPr txBox="1"/>
          <p:nvPr>
            <p:ph idx="2" type="body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68" name="Google Shape;168;p13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9" name="Google Shape;169;p13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70" name="Google Shape;170;p13"/>
          <p:cNvSpPr txBox="1"/>
          <p:nvPr>
            <p:ph idx="3" type="body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71" name="Google Shape;171;p13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2" name="Google Shape;172;p13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73" name="Google Shape;173;p13"/>
          <p:cNvSpPr txBox="1"/>
          <p:nvPr>
            <p:ph idx="4" type="body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74" name="Google Shape;174;p13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5" name="Google Shape;175;p13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76" name="Google Shape;176;p13"/>
          <p:cNvSpPr txBox="1"/>
          <p:nvPr>
            <p:ph idx="5" type="body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77" name="Google Shape;177;p13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8" name="Google Shape;178;p13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179" name="Google Shape;179;p13"/>
          <p:cNvSpPr txBox="1"/>
          <p:nvPr>
            <p:ph idx="6" type="body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80" name="Google Shape;180;p13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1" name="Google Shape;181;p13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182" name="Google Shape;182;p13"/>
          <p:cNvSpPr txBox="1"/>
          <p:nvPr>
            <p:ph idx="7" type="body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83" name="Google Shape;183;p13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4" name="Google Shape;184;p13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185" name="Google Shape;185;p13"/>
          <p:cNvSpPr txBox="1"/>
          <p:nvPr>
            <p:ph idx="8" type="body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186" name="Google Shape;186;p13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13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1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89" name="Google Shape;189;p1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90" name="Google Shape;190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 Numbers - White">
  <p:cSld name="8 Numbers - White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93" name="Google Shape;193;p14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4" name="Google Shape;194;p14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95" name="Google Shape;195;p14"/>
          <p:cNvSpPr txBox="1"/>
          <p:nvPr>
            <p:ph idx="1" type="body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96" name="Google Shape;196;p14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7" name="Google Shape;197;p14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98" name="Google Shape;198;p14"/>
          <p:cNvSpPr txBox="1"/>
          <p:nvPr>
            <p:ph idx="2" type="body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199" name="Google Shape;199;p14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0" name="Google Shape;200;p14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201" name="Google Shape;201;p14"/>
          <p:cNvSpPr txBox="1"/>
          <p:nvPr>
            <p:ph idx="3" type="body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202" name="Google Shape;202;p14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3" name="Google Shape;203;p14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204" name="Google Shape;204;p14"/>
          <p:cNvSpPr txBox="1"/>
          <p:nvPr>
            <p:ph idx="4" type="body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205" name="Google Shape;205;p14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6" name="Google Shape;206;p14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207" name="Google Shape;207;p14"/>
          <p:cNvSpPr txBox="1"/>
          <p:nvPr>
            <p:ph idx="5" type="body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208" name="Google Shape;208;p14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9" name="Google Shape;209;p14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210" name="Google Shape;210;p14"/>
          <p:cNvSpPr txBox="1"/>
          <p:nvPr>
            <p:ph idx="6" type="body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211" name="Google Shape;211;p14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2" name="Google Shape;212;p14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213" name="Google Shape;213;p14"/>
          <p:cNvSpPr txBox="1"/>
          <p:nvPr>
            <p:ph idx="7" type="body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cxnSp>
        <p:nvCxnSpPr>
          <p:cNvPr id="214" name="Google Shape;214;p14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5" name="Google Shape;215;p14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216" name="Google Shape;216;p14"/>
          <p:cNvSpPr txBox="1"/>
          <p:nvPr>
            <p:ph idx="8" type="body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217" name="Google Shape;217;p14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14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Image">
  <p:cSld name="Full Image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5"/>
          <p:cNvSpPr/>
          <p:nvPr>
            <p:ph idx="2" type="pic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21" name="Google Shape;221;p15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15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15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4" name="Google Shape;224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Image 01">
  <p:cSld name="Content and Image 01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6"/>
          <p:cNvSpPr txBox="1"/>
          <p:nvPr>
            <p:ph type="title"/>
          </p:nvPr>
        </p:nvSpPr>
        <p:spPr>
          <a:xfrm>
            <a:off x="411480" y="308611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b="1" sz="21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7" name="Google Shape;227;p16"/>
          <p:cNvSpPr txBox="1"/>
          <p:nvPr>
            <p:ph idx="1" type="body"/>
          </p:nvPr>
        </p:nvSpPr>
        <p:spPr>
          <a:xfrm>
            <a:off x="41147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28" name="Google Shape;228;p16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16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16"/>
          <p:cNvSpPr/>
          <p:nvPr>
            <p:ph idx="2" type="pic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Image 02">
  <p:cSld name="Content and Image 02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"/>
          <p:cNvSpPr/>
          <p:nvPr>
            <p:ph idx="2" type="pic"/>
          </p:nvPr>
        </p:nvSpPr>
        <p:spPr>
          <a:xfrm>
            <a:off x="411479" y="308610"/>
            <a:ext cx="8321040" cy="233172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33" name="Google Shape;233;p17"/>
          <p:cNvSpPr txBox="1"/>
          <p:nvPr>
            <p:ph type="title"/>
          </p:nvPr>
        </p:nvSpPr>
        <p:spPr>
          <a:xfrm>
            <a:off x="411480" y="2846070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b="1" sz="21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17"/>
          <p:cNvSpPr txBox="1"/>
          <p:nvPr>
            <p:ph idx="1" type="body"/>
          </p:nvPr>
        </p:nvSpPr>
        <p:spPr>
          <a:xfrm>
            <a:off x="4709159" y="2846070"/>
            <a:ext cx="402336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indent="-342900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indent="-342900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indent="-342900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/>
        </p:txBody>
      </p:sp>
      <p:sp>
        <p:nvSpPr>
          <p:cNvPr id="235" name="Google Shape;235;p17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17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2 Images">
  <p:cSld name="Content and 2 Images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9" name="Google Shape;239;p18"/>
          <p:cNvSpPr/>
          <p:nvPr>
            <p:ph idx="2" type="pic"/>
          </p:nvPr>
        </p:nvSpPr>
        <p:spPr>
          <a:xfrm>
            <a:off x="41147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0" name="Google Shape;240;p18"/>
          <p:cNvSpPr txBox="1"/>
          <p:nvPr>
            <p:ph idx="1" type="body"/>
          </p:nvPr>
        </p:nvSpPr>
        <p:spPr>
          <a:xfrm>
            <a:off x="411478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9pPr>
          </a:lstStyle>
          <a:p/>
        </p:txBody>
      </p:sp>
      <p:sp>
        <p:nvSpPr>
          <p:cNvPr id="241" name="Google Shape;241;p18"/>
          <p:cNvSpPr txBox="1"/>
          <p:nvPr>
            <p:ph idx="3" type="body"/>
          </p:nvPr>
        </p:nvSpPr>
        <p:spPr>
          <a:xfrm>
            <a:off x="41147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0037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indent="-300037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indent="-300037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indent="-300037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indent="-300037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indent="-300037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indent="-300037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indent="-300037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indent="-300037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/>
        </p:txBody>
      </p:sp>
      <p:sp>
        <p:nvSpPr>
          <p:cNvPr id="242" name="Google Shape;242;p18"/>
          <p:cNvSpPr/>
          <p:nvPr>
            <p:ph idx="4" type="pic"/>
          </p:nvPr>
        </p:nvSpPr>
        <p:spPr>
          <a:xfrm>
            <a:off x="470915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3" name="Google Shape;243;p18"/>
          <p:cNvSpPr txBox="1"/>
          <p:nvPr>
            <p:ph idx="5" type="body"/>
          </p:nvPr>
        </p:nvSpPr>
        <p:spPr>
          <a:xfrm>
            <a:off x="4709159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9pPr>
          </a:lstStyle>
          <a:p/>
        </p:txBody>
      </p:sp>
      <p:sp>
        <p:nvSpPr>
          <p:cNvPr id="244" name="Google Shape;244;p18"/>
          <p:cNvSpPr txBox="1"/>
          <p:nvPr>
            <p:ph idx="6" type="body"/>
          </p:nvPr>
        </p:nvSpPr>
        <p:spPr>
          <a:xfrm>
            <a:off x="470915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0037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indent="-300037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indent="-300037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indent="-300037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indent="-300037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indent="-300037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indent="-300037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indent="-300037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indent="-300037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/>
        </p:txBody>
      </p:sp>
      <p:sp>
        <p:nvSpPr>
          <p:cNvPr id="245" name="Google Shape;245;p18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18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3 Images">
  <p:cSld name="Content and 3 Images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9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9" name="Google Shape;249;p19"/>
          <p:cNvSpPr/>
          <p:nvPr>
            <p:ph idx="2" type="pic"/>
          </p:nvPr>
        </p:nvSpPr>
        <p:spPr>
          <a:xfrm>
            <a:off x="411479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0" name="Google Shape;250;p19"/>
          <p:cNvSpPr txBox="1"/>
          <p:nvPr>
            <p:ph idx="1" type="body"/>
          </p:nvPr>
        </p:nvSpPr>
        <p:spPr>
          <a:xfrm>
            <a:off x="411478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9pPr>
          </a:lstStyle>
          <a:p/>
        </p:txBody>
      </p:sp>
      <p:sp>
        <p:nvSpPr>
          <p:cNvPr id="251" name="Google Shape;251;p19"/>
          <p:cNvSpPr txBox="1"/>
          <p:nvPr>
            <p:ph idx="3" type="body"/>
          </p:nvPr>
        </p:nvSpPr>
        <p:spPr>
          <a:xfrm>
            <a:off x="411479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0037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indent="-300037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indent="-300037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indent="-300037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indent="-300037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indent="-300037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indent="-300037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indent="-300037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indent="-300037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/>
        </p:txBody>
      </p:sp>
      <p:sp>
        <p:nvSpPr>
          <p:cNvPr id="252" name="Google Shape;252;p19"/>
          <p:cNvSpPr/>
          <p:nvPr>
            <p:ph idx="4" type="pic"/>
          </p:nvPr>
        </p:nvSpPr>
        <p:spPr>
          <a:xfrm>
            <a:off x="3278123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3" name="Google Shape;253;p19"/>
          <p:cNvSpPr txBox="1"/>
          <p:nvPr>
            <p:ph idx="5" type="body"/>
          </p:nvPr>
        </p:nvSpPr>
        <p:spPr>
          <a:xfrm>
            <a:off x="3278123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9pPr>
          </a:lstStyle>
          <a:p/>
        </p:txBody>
      </p:sp>
      <p:sp>
        <p:nvSpPr>
          <p:cNvPr id="254" name="Google Shape;254;p19"/>
          <p:cNvSpPr txBox="1"/>
          <p:nvPr>
            <p:ph idx="6" type="body"/>
          </p:nvPr>
        </p:nvSpPr>
        <p:spPr>
          <a:xfrm>
            <a:off x="3278123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0037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indent="-300037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indent="-300037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indent="-300037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indent="-300037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indent="-300037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indent="-300037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indent="-300037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indent="-300037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/>
        </p:txBody>
      </p:sp>
      <p:sp>
        <p:nvSpPr>
          <p:cNvPr id="255" name="Google Shape;255;p19"/>
          <p:cNvSpPr/>
          <p:nvPr>
            <p:ph idx="7" type="pic"/>
          </p:nvPr>
        </p:nvSpPr>
        <p:spPr>
          <a:xfrm>
            <a:off x="6144767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6" name="Google Shape;256;p19"/>
          <p:cNvSpPr txBox="1"/>
          <p:nvPr>
            <p:ph idx="8" type="body"/>
          </p:nvPr>
        </p:nvSpPr>
        <p:spPr>
          <a:xfrm>
            <a:off x="6144767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1" sz="1350"/>
            </a:lvl9pPr>
          </a:lstStyle>
          <a:p/>
        </p:txBody>
      </p:sp>
      <p:sp>
        <p:nvSpPr>
          <p:cNvPr id="257" name="Google Shape;257;p19"/>
          <p:cNvSpPr txBox="1"/>
          <p:nvPr>
            <p:ph idx="9" type="body"/>
          </p:nvPr>
        </p:nvSpPr>
        <p:spPr>
          <a:xfrm>
            <a:off x="6144767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0037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indent="-300037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indent="-300037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indent="-300037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indent="-300037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indent="-300037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indent="-300037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indent="-300037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indent="-300037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/>
        </p:txBody>
      </p:sp>
      <p:sp>
        <p:nvSpPr>
          <p:cNvPr id="258" name="Google Shape;258;p19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19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4 Images">
  <p:cSld name="Content and 4 Images"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0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20"/>
          <p:cNvSpPr/>
          <p:nvPr>
            <p:ph idx="2" type="pic"/>
          </p:nvPr>
        </p:nvSpPr>
        <p:spPr>
          <a:xfrm>
            <a:off x="4114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3" name="Google Shape;263;p20"/>
          <p:cNvSpPr txBox="1"/>
          <p:nvPr>
            <p:ph idx="1" type="body"/>
          </p:nvPr>
        </p:nvSpPr>
        <p:spPr>
          <a:xfrm>
            <a:off x="411480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9pPr>
          </a:lstStyle>
          <a:p/>
        </p:txBody>
      </p:sp>
      <p:sp>
        <p:nvSpPr>
          <p:cNvPr id="264" name="Google Shape;264;p20"/>
          <p:cNvSpPr txBox="1"/>
          <p:nvPr>
            <p:ph idx="3" type="body"/>
          </p:nvPr>
        </p:nvSpPr>
        <p:spPr>
          <a:xfrm>
            <a:off x="4114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265" name="Google Shape;265;p20"/>
          <p:cNvSpPr/>
          <p:nvPr>
            <p:ph idx="4" type="pic"/>
          </p:nvPr>
        </p:nvSpPr>
        <p:spPr>
          <a:xfrm>
            <a:off x="2571604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6" name="Google Shape;266;p20"/>
          <p:cNvSpPr txBox="1"/>
          <p:nvPr>
            <p:ph idx="5" type="body"/>
          </p:nvPr>
        </p:nvSpPr>
        <p:spPr>
          <a:xfrm>
            <a:off x="2571604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9pPr>
          </a:lstStyle>
          <a:p/>
        </p:txBody>
      </p:sp>
      <p:sp>
        <p:nvSpPr>
          <p:cNvPr id="267" name="Google Shape;267;p20"/>
          <p:cNvSpPr txBox="1"/>
          <p:nvPr>
            <p:ph idx="6" type="body"/>
          </p:nvPr>
        </p:nvSpPr>
        <p:spPr>
          <a:xfrm>
            <a:off x="2571604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268" name="Google Shape;268;p20"/>
          <p:cNvSpPr/>
          <p:nvPr>
            <p:ph idx="7" type="pic"/>
          </p:nvPr>
        </p:nvSpPr>
        <p:spPr>
          <a:xfrm>
            <a:off x="46978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9" name="Google Shape;269;p20"/>
          <p:cNvSpPr txBox="1"/>
          <p:nvPr>
            <p:ph idx="8" type="body"/>
          </p:nvPr>
        </p:nvSpPr>
        <p:spPr>
          <a:xfrm>
            <a:off x="469788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9pPr>
          </a:lstStyle>
          <a:p/>
        </p:txBody>
      </p:sp>
      <p:sp>
        <p:nvSpPr>
          <p:cNvPr id="270" name="Google Shape;270;p20"/>
          <p:cNvSpPr txBox="1"/>
          <p:nvPr>
            <p:ph idx="9" type="body"/>
          </p:nvPr>
        </p:nvSpPr>
        <p:spPr>
          <a:xfrm>
            <a:off x="46978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271" name="Google Shape;271;p20"/>
          <p:cNvSpPr/>
          <p:nvPr>
            <p:ph idx="13" type="pic"/>
          </p:nvPr>
        </p:nvSpPr>
        <p:spPr>
          <a:xfrm>
            <a:off x="685800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72" name="Google Shape;272;p20"/>
          <p:cNvSpPr txBox="1"/>
          <p:nvPr>
            <p:ph idx="14" type="body"/>
          </p:nvPr>
        </p:nvSpPr>
        <p:spPr>
          <a:xfrm>
            <a:off x="685800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1" sz="1200"/>
            </a:lvl9pPr>
          </a:lstStyle>
          <a:p/>
        </p:txBody>
      </p:sp>
      <p:sp>
        <p:nvSpPr>
          <p:cNvPr id="273" name="Google Shape;273;p20"/>
          <p:cNvSpPr txBox="1"/>
          <p:nvPr>
            <p:ph idx="15" type="body"/>
          </p:nvPr>
        </p:nvSpPr>
        <p:spPr>
          <a:xfrm>
            <a:off x="685800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0512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indent="-290512" lvl="1" marL="914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indent="-29051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indent="-29051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indent="-29051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indent="-29051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indent="-29051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indent="-29051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indent="-29051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/>
        </p:txBody>
      </p:sp>
      <p:sp>
        <p:nvSpPr>
          <p:cNvPr id="274" name="Google Shape;274;p20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20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221F20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1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21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279" name="Google Shape;279;p21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21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1" name="Google Shape;281;p2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282" name="Google Shape;282;p2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283" name="Google Shape;28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Image">
  <p:cSld name="Section Header - Image">
    <p:bg>
      <p:bgPr>
        <a:solidFill>
          <a:schemeClr val="lt1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2"/>
          <p:cNvSpPr/>
          <p:nvPr>
            <p:ph idx="2" type="pic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565557"/>
          </a:solidFill>
          <a:ln>
            <a:noFill/>
          </a:ln>
        </p:spPr>
      </p:sp>
      <p:sp>
        <p:nvSpPr>
          <p:cNvPr id="286" name="Google Shape;286;p22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7" name="Google Shape;287;p22"/>
          <p:cNvSpPr txBox="1"/>
          <p:nvPr>
            <p:ph idx="1" type="body"/>
          </p:nvPr>
        </p:nvSpPr>
        <p:spPr>
          <a:xfrm>
            <a:off x="411480" y="1611630"/>
            <a:ext cx="5096351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288" name="Google Shape;288;p22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22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0" name="Google Shape;290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White 01">
  <p:cSld name="Section Header - White 01">
    <p:bg>
      <p:bgPr>
        <a:solidFill>
          <a:schemeClr val="lt1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3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23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294" name="Google Shape;294;p23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23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White 02">
  <p:cSld name="Section Header - White 02">
    <p:bg>
      <p:bgPr>
        <a:solidFill>
          <a:schemeClr val="lt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 txBox="1"/>
          <p:nvPr>
            <p:ph type="title"/>
          </p:nvPr>
        </p:nvSpPr>
        <p:spPr>
          <a:xfrm>
            <a:off x="411481" y="308610"/>
            <a:ext cx="402399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24"/>
          <p:cNvSpPr txBox="1"/>
          <p:nvPr>
            <p:ph idx="1" type="body"/>
          </p:nvPr>
        </p:nvSpPr>
        <p:spPr>
          <a:xfrm>
            <a:off x="411480" y="1200150"/>
            <a:ext cx="5096351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299" name="Google Shape;299;p24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0" name="Google Shape;300;p24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Half Image" showMasterSp="0">
  <p:cSld name="Section Header - Half Image">
    <p:bg>
      <p:bgPr>
        <a:solidFill>
          <a:srgbClr val="221F20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/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25"/>
          <p:cNvSpPr txBox="1"/>
          <p:nvPr>
            <p:ph idx="1" type="body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None/>
              <a:defRPr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304" name="Google Shape;304;p25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25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p25"/>
          <p:cNvSpPr/>
          <p:nvPr>
            <p:ph idx="2" type="pic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07" name="Google Shape;307;p2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08" name="Google Shape;308;p2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09" name="Google Shape;309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Half Image - White">
  <p:cSld name="Section Header - Half Image - White">
    <p:bg>
      <p:bgPr>
        <a:solidFill>
          <a:schemeClr val="lt1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6"/>
          <p:cNvSpPr txBox="1"/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2" name="Google Shape;312;p26"/>
          <p:cNvSpPr txBox="1"/>
          <p:nvPr>
            <p:ph idx="1" type="body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None/>
              <a:defRPr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313" name="Google Shape;313;p26"/>
          <p:cNvSpPr/>
          <p:nvPr>
            <p:ph idx="2" type="pic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14" name="Google Shape;314;p26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5" name="Google Shape;315;p26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7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8" name="Google Shape;318;p27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9" name="Google Shape;319;p27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Black" showMasterSp="0">
  <p:cSld name="Title Only - Black">
    <p:bg>
      <p:bgPr>
        <a:solidFill>
          <a:srgbClr val="221F20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8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28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3" name="Google Shape;323;p28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28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25" name="Google Shape;325;p28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26" name="Google Shape;326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9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29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- Black" showMasterSp="0">
  <p:cSld name="Blank - Black">
    <p:bg>
      <p:bgPr>
        <a:solidFill>
          <a:srgbClr val="221F20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0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2" name="Google Shape;332;p30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3" name="Google Shape;333;p30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34" name="Google Shape;334;p30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35" name="Google Shape;335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 showMasterSp="0">
  <p:cSld name="Thank You">
    <p:bg>
      <p:bgPr>
        <a:solidFill>
          <a:srgbClr val="221F20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1"/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3600"/>
              <a:buFont typeface="Arial"/>
              <a:buNone/>
            </a:pPr>
            <a:r>
              <a:rPr b="0" i="0" lang="en" sz="3600" u="none" cap="none" strike="noStrike">
                <a:solidFill>
                  <a:srgbClr val="FFCC0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/>
          </a:p>
        </p:txBody>
      </p:sp>
      <p:sp>
        <p:nvSpPr>
          <p:cNvPr id="338" name="Google Shape;338;p31"/>
          <p:cNvSpPr txBox="1"/>
          <p:nvPr>
            <p:ph idx="1" type="body"/>
          </p:nvPr>
        </p:nvSpPr>
        <p:spPr>
          <a:xfrm>
            <a:off x="411164" y="3614561"/>
            <a:ext cx="4024312" cy="10286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1pPr>
            <a:lvl2pPr indent="-228600" lvl="1" marL="914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2pPr>
            <a:lvl3pPr indent="-228600" lvl="2" marL="1371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3pPr>
            <a:lvl4pPr indent="-228600" lvl="3" marL="1828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5pPr>
            <a:lvl6pPr indent="-228600" lvl="5" marL="2743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6pPr>
            <a:lvl7pPr indent="-228600" lvl="6" marL="32004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7pPr>
            <a:lvl8pPr indent="-228600" lvl="7" marL="3657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8pPr>
            <a:lvl9pPr indent="-228600" lvl="8" marL="41148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9pPr>
          </a:lstStyle>
          <a:p/>
        </p:txBody>
      </p:sp>
      <p:sp>
        <p:nvSpPr>
          <p:cNvPr id="339" name="Google Shape;339;p31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31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41" name="Google Shape;34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" showMasterSp="0">
  <p:cSld name="Logo">
    <p:bg>
      <p:bgPr>
        <a:solidFill>
          <a:srgbClr val="221F20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.S. Army" id="343" name="Google Shape;343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120265" y="1645920"/>
            <a:ext cx="4903470" cy="1851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46" name="Google Shape;346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4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9" name="Google Shape;349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2" name="Google Shape;352;p35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/>
        </p:txBody>
      </p:sp>
      <p:sp>
        <p:nvSpPr>
          <p:cNvPr id="353" name="Google Shape;353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221F20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8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7" name="Google Shape;367;p38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indent="-309562" lvl="1" marL="9144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indent="-309562" lvl="2" marL="1371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indent="-309562" lvl="3" marL="1828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indent="-309562" lvl="4" marL="22860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indent="-309562" lvl="5" marL="27432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indent="-309562" lvl="6" marL="32004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indent="-309562" lvl="7" marL="3657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indent="-309562" lvl="8" marL="41148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/>
        </p:txBody>
      </p:sp>
      <p:sp>
        <p:nvSpPr>
          <p:cNvPr id="368" name="Google Shape;368;p38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9" name="Google Shape;369;p38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38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71" name="Google Shape;371;p38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19.xml"/><Relationship Id="rId24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1.xml"/><Relationship Id="rId1" Type="http://schemas.openxmlformats.org/officeDocument/2006/relationships/image" Target="../media/image4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26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5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29" Type="http://schemas.openxmlformats.org/officeDocument/2006/relationships/slideLayout" Target="../slideLayouts/slideLayout27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31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9.xml"/><Relationship Id="rId33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8.xml"/><Relationship Id="rId32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11.xml"/><Relationship Id="rId35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10.xml"/><Relationship Id="rId34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13.xml"/><Relationship Id="rId37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12.xml"/><Relationship Id="rId36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4.xml"/><Relationship Id="rId38" Type="http://schemas.openxmlformats.org/officeDocument/2006/relationships/theme" Target="../theme/theme1.xml"/><Relationship Id="rId19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6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36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1">
            <a:alphaModFix/>
          </a:blip>
          <a:srcRect b="0" l="26274" r="0" t="67"/>
          <a:stretch/>
        </p:blipFill>
        <p:spPr>
          <a:xfrm>
            <a:off x="7821386" y="308611"/>
            <a:ext cx="911133" cy="35827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9562" lvl="0" marL="457200" marR="0" rtl="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9562" lvl="1" marL="9144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9562" lvl="2" marL="13716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9562" lvl="3" marL="18288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9562" lvl="4" marL="22860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562" lvl="5" marL="27432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562" lvl="6" marL="32004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562" lvl="7" marL="36576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562" lvl="8" marL="41148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1" name="Google Shape;11;p1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picture containing icon&#10;&#10;AI-generated content may be incorrect." id="13" name="Google Shape;13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44515" y="318065"/>
            <a:ext cx="376871" cy="3582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  <p:sldLayoutId id="2147483661" r:id="rId16"/>
    <p:sldLayoutId id="2147483662" r:id="rId17"/>
    <p:sldLayoutId id="2147483663" r:id="rId18"/>
    <p:sldLayoutId id="2147483664" r:id="rId19"/>
    <p:sldLayoutId id="2147483665" r:id="rId20"/>
    <p:sldLayoutId id="2147483666" r:id="rId21"/>
    <p:sldLayoutId id="2147483667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79" r:id="rId34"/>
    <p:sldLayoutId id="2147483680" r:id="rId35"/>
    <p:sldLayoutId id="2147483681" r:id="rId36"/>
    <p:sldLayoutId id="2147483682" r:id="rId3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5" pos="1018">
          <p15:clr>
            <a:srgbClr val="A4A3A4"/>
          </p15:clr>
        </p15:guide>
        <p15:guide id="6" pos="1248">
          <p15:clr>
            <a:srgbClr val="A4A3A4"/>
          </p15:clr>
        </p15:guide>
        <p15:guide id="7" pos="2148">
          <p15:clr>
            <a:srgbClr val="A4A3A4"/>
          </p15:clr>
        </p15:guide>
        <p15:guide id="8" pos="3052">
          <p15:clr>
            <a:srgbClr val="A4A3A4"/>
          </p15:clr>
        </p15:guide>
        <p15:guide id="9" pos="3954">
          <p15:clr>
            <a:srgbClr val="A4A3A4"/>
          </p15:clr>
        </p15:guide>
        <p15:guide id="10" pos="3724">
          <p15:clr>
            <a:srgbClr val="A4A3A4"/>
          </p15:clr>
        </p15:guide>
        <p15:guide id="11" pos="4858">
          <p15:clr>
            <a:srgbClr val="A4A3A4"/>
          </p15:clr>
        </p15:guide>
        <p15:guide id="12" pos="5784">
          <p15:clr>
            <a:srgbClr val="A4A3A4"/>
          </p15:clr>
        </p15:guide>
        <p15:guide id="13" pos="6660">
          <p15:clr>
            <a:srgbClr val="A4A3A4"/>
          </p15:clr>
        </p15:guide>
        <p15:guide id="14" pos="1920">
          <p15:clr>
            <a:srgbClr val="A4A3A4"/>
          </p15:clr>
        </p15:guide>
        <p15:guide id="15" pos="2822">
          <p15:clr>
            <a:srgbClr val="A4A3A4"/>
          </p15:clr>
        </p15:guide>
        <p15:guide id="16" pos="4626">
          <p15:clr>
            <a:srgbClr val="A4A3A4"/>
          </p15:clr>
        </p15:guide>
        <p15:guide id="17" pos="5530">
          <p15:clr>
            <a:srgbClr val="A4A3A4"/>
          </p15:clr>
        </p15:guide>
        <p15:guide id="18" pos="6434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37"/>
          <p:cNvPicPr preferRelativeResize="0"/>
          <p:nvPr/>
        </p:nvPicPr>
        <p:blipFill rotWithShape="1">
          <a:blip r:embed="rId1">
            <a:alphaModFix/>
          </a:blip>
          <a:srcRect b="0" l="26274" r="0" t="67"/>
          <a:stretch/>
        </p:blipFill>
        <p:spPr>
          <a:xfrm>
            <a:off x="7821386" y="308611"/>
            <a:ext cx="911133" cy="358278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37"/>
          <p:cNvSpPr txBox="1"/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59" name="Google Shape;359;p37"/>
          <p:cNvSpPr txBox="1"/>
          <p:nvPr>
            <p:ph idx="1" type="body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09562" lvl="0" marL="457200" marR="0" rtl="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9562" lvl="1" marL="9144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9562" lvl="2" marL="13716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9562" lvl="3" marL="18288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9562" lvl="4" marL="22860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562" lvl="5" marL="27432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562" lvl="6" marL="32004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562" lvl="7" marL="36576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562" lvl="8" marL="4114800" marR="0" rtl="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–"/>
              <a:defRPr b="0" i="0" sz="127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0" name="Google Shape;360;p37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361" name="Google Shape;361;p37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25" u="none" cap="none" strike="noStrik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362" name="Google Shape;362;p37"/>
          <p:cNvSpPr txBox="1"/>
          <p:nvPr>
            <p:ph idx="10" type="dt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3" name="Google Shape;363;p37"/>
          <p:cNvSpPr txBox="1"/>
          <p:nvPr>
            <p:ph idx="12" type="sldNum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0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5"/>
              <a:buFont typeface="Arial"/>
              <a:buNone/>
              <a:defRPr b="1" i="0" sz="525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picture containing icon&#10;&#10;AI-generated content may be incorrect." id="364" name="Google Shape;364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44515" y="318065"/>
            <a:ext cx="376871" cy="3582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83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5" pos="1018">
          <p15:clr>
            <a:srgbClr val="A4A3A4"/>
          </p15:clr>
        </p15:guide>
        <p15:guide id="6" pos="1248">
          <p15:clr>
            <a:srgbClr val="A4A3A4"/>
          </p15:clr>
        </p15:guide>
        <p15:guide id="7" pos="2148">
          <p15:clr>
            <a:srgbClr val="A4A3A4"/>
          </p15:clr>
        </p15:guide>
        <p15:guide id="8" pos="3052">
          <p15:clr>
            <a:srgbClr val="A4A3A4"/>
          </p15:clr>
        </p15:guide>
        <p15:guide id="9" pos="3954">
          <p15:clr>
            <a:srgbClr val="A4A3A4"/>
          </p15:clr>
        </p15:guide>
        <p15:guide id="10" pos="3724">
          <p15:clr>
            <a:srgbClr val="A4A3A4"/>
          </p15:clr>
        </p15:guide>
        <p15:guide id="11" pos="4858">
          <p15:clr>
            <a:srgbClr val="A4A3A4"/>
          </p15:clr>
        </p15:guide>
        <p15:guide id="12" pos="5784">
          <p15:clr>
            <a:srgbClr val="A4A3A4"/>
          </p15:clr>
        </p15:guide>
        <p15:guide id="13" pos="6660">
          <p15:clr>
            <a:srgbClr val="A4A3A4"/>
          </p15:clr>
        </p15:guide>
        <p15:guide id="14" pos="1920">
          <p15:clr>
            <a:srgbClr val="A4A3A4"/>
          </p15:clr>
        </p15:guide>
        <p15:guide id="15" pos="2822">
          <p15:clr>
            <a:srgbClr val="A4A3A4"/>
          </p15:clr>
        </p15:guide>
        <p15:guide id="16" pos="4626">
          <p15:clr>
            <a:srgbClr val="A4A3A4"/>
          </p15:clr>
        </p15:guide>
        <p15:guide id="17" pos="5530">
          <p15:clr>
            <a:srgbClr val="A4A3A4"/>
          </p15:clr>
        </p15:guide>
        <p15:guide id="18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9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</a:pPr>
            <a:r>
              <a:rPr lang="en">
                <a:solidFill>
                  <a:schemeClr val="accent2"/>
                </a:solidFill>
              </a:rPr>
              <a:t>CONDITIONAL STATEMENTS AND LOOPS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0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Arial"/>
              <a:buNone/>
            </a:pPr>
            <a:r>
              <a:rPr lang="en"/>
              <a:t>REVIEW: WHAT IS A BOOLEAN?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1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CONDITIONAL STATEMENTS</a:t>
            </a:r>
            <a:endParaRPr/>
          </a:p>
        </p:txBody>
      </p:sp>
      <p:sp>
        <p:nvSpPr>
          <p:cNvPr id="388" name="Google Shape;388;p41"/>
          <p:cNvSpPr txBox="1"/>
          <p:nvPr/>
        </p:nvSpPr>
        <p:spPr>
          <a:xfrm>
            <a:off x="616150" y="1580550"/>
            <a:ext cx="7786800" cy="3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Conditions are expressions that evaluate to a Boolean value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5715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They often involve comparison operators (&lt;, &gt;, ==, !=, &lt;=, &gt;=) and logical operators (and, or, not)</a:t>
            </a:r>
            <a:endParaRPr/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Python relies on indentation (whitespace at the beginning of a line) to define code blocks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1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Incorrect indentation will lead to errors.</a:t>
            </a:r>
            <a:endParaRPr b="0" i="1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143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create Nested Conditional Statements to control the flow of code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2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"/>
              <a:t>THE "IF" STATEMENT</a:t>
            </a:r>
            <a:endParaRPr/>
          </a:p>
        </p:txBody>
      </p:sp>
      <p:sp>
        <p:nvSpPr>
          <p:cNvPr id="394" name="Google Shape;394;p42"/>
          <p:cNvSpPr txBox="1"/>
          <p:nvPr>
            <p:ph idx="1" type="body"/>
          </p:nvPr>
        </p:nvSpPr>
        <p:spPr>
          <a:xfrm>
            <a:off x="411480" y="930349"/>
            <a:ext cx="8509236" cy="36988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/>
              <a:t>Executes a block of code only if a given condition evaluates to </a:t>
            </a:r>
            <a:r>
              <a:rPr b="1" lang="en"/>
              <a:t>True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/>
              <a:t>Syntax:</a:t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# code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61595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/>
              <a:t>Example:</a:t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age = 20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if age &gt;= 18: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 print(“You are eligible to vote.”)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3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THE “ELSE” STATEMENT</a:t>
            </a:r>
            <a:endParaRPr/>
          </a:p>
        </p:txBody>
      </p:sp>
      <p:sp>
        <p:nvSpPr>
          <p:cNvPr id="400" name="Google Shape;400;p43"/>
          <p:cNvSpPr txBox="1"/>
          <p:nvPr>
            <p:ph idx="1" type="body"/>
          </p:nvPr>
        </p:nvSpPr>
        <p:spPr>
          <a:xfrm>
            <a:off x="282630" y="936355"/>
            <a:ext cx="8394600" cy="36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“Else” is used in conjunction with “if” 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Provides an alternate block of code to execute if the “if” condition evaluates to false</a:t>
            </a:r>
            <a:endParaRPr/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</a:t>
            </a:r>
            <a:endParaRPr/>
          </a:p>
          <a:p>
            <a:pPr indent="-228600" lvl="0" marL="45720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2829"/>
              <a:buFont typeface="Arial"/>
              <a:buNone/>
            </a:pPr>
            <a:r>
              <a:t/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>
              <a:solidFill>
                <a:schemeClr val="accent2"/>
              </a:solidFill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# code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# code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61595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indent="-228600" lvl="0" marL="45720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2829"/>
              <a:buFont typeface="Arial"/>
              <a:buNone/>
            </a:pPr>
            <a:r>
              <a:t/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temperature = 78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temperature &gt; 85: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print(“It’s hot out today!”)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print(“It’s not too hot.”)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4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THE “ELIF” STATEMENT</a:t>
            </a:r>
            <a:endParaRPr/>
          </a:p>
        </p:txBody>
      </p:sp>
      <p:sp>
        <p:nvSpPr>
          <p:cNvPr id="406" name="Google Shape;406;p44"/>
          <p:cNvSpPr txBox="1"/>
          <p:nvPr>
            <p:ph idx="1" type="body"/>
          </p:nvPr>
        </p:nvSpPr>
        <p:spPr>
          <a:xfrm>
            <a:off x="411480" y="770283"/>
            <a:ext cx="8464163" cy="3858867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“elif” is short for else-if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allows for checking multiple conditions sequentially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the “if” condition evaluates to false, the “elif” statements are evaluated in order until one evaluates to True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</a:t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>
              <a:solidFill>
                <a:schemeClr val="accent2"/>
              </a:solidFill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   # code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condition: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# code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# code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61595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score = 89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score &gt;= 90: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print(“Grade: A”)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80: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print(“Grade: B”)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70: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print(“Grade: C”)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60: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print(“Grade: D”)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4117"/>
              <a:buNone/>
            </a:pP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    print(“Grade: F”)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5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100000"/>
              <a:buFont typeface="Arial"/>
              <a:buNone/>
            </a:pPr>
            <a:r>
              <a:rPr lang="en"/>
              <a:t>NESTED CONDITIONAL STATEMENTS	</a:t>
            </a:r>
            <a:endParaRPr/>
          </a:p>
        </p:txBody>
      </p:sp>
      <p:sp>
        <p:nvSpPr>
          <p:cNvPr id="412" name="Google Shape;412;p45"/>
          <p:cNvSpPr txBox="1"/>
          <p:nvPr>
            <p:ph idx="1" type="body"/>
          </p:nvPr>
        </p:nvSpPr>
        <p:spPr>
          <a:xfrm>
            <a:off x="251893" y="1105959"/>
            <a:ext cx="8456100" cy="37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</a:pPr>
            <a:r>
              <a:rPr lang="en"/>
              <a:t>You can place “if” or “if...else” statements inside other “if” or “else” blocks to create more complex decision structures.</a:t>
            </a:r>
            <a:endParaRPr/>
          </a:p>
          <a:p>
            <a:pPr indent="0" lvl="1" marL="61595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rPr lang="en"/>
              <a:t>Example:</a:t>
            </a:r>
            <a:endParaRPr/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t/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weather = "rainy“</a:t>
            </a:r>
            <a:endParaRPr/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temperature = 45</a:t>
            </a:r>
            <a:endParaRPr/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if weather == "rainy":</a:t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      if temperature &lt; 50:</a:t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      print("It's cold and rainy. Wear a jacket and bring an umbrella.")</a:t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else: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      print("It's rainy but warm. Just bring an umbrella.")</a:t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else: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None/>
            </a:pPr>
            <a:r>
              <a:rPr lang="en" sz="8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      print("No rain today. Enjoy the weather!")</a:t>
            </a:r>
            <a:endParaRPr sz="8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4605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None/>
            </a:pPr>
            <a:r>
              <a:rPr lang="en"/>
              <a:t>Code Examples</a:t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6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KEY CONCEPTS	</a:t>
            </a:r>
            <a:endParaRPr/>
          </a:p>
        </p:txBody>
      </p:sp>
      <p:sp>
        <p:nvSpPr>
          <p:cNvPr id="418" name="Google Shape;418;p46"/>
          <p:cNvSpPr txBox="1"/>
          <p:nvPr/>
        </p:nvSpPr>
        <p:spPr>
          <a:xfrm>
            <a:off x="175682" y="1009650"/>
            <a:ext cx="8968317" cy="3714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Conditions are expressions that evaluate to a Boolean value (True or False)</a:t>
            </a:r>
            <a:endParaRPr/>
          </a:p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They often involve comparison operators (e.g., &gt;, &lt;, ==, !=, &gt;=, &lt;=) and logical operators (e.g., and, or, not)</a:t>
            </a:r>
            <a:endParaRPr/>
          </a:p>
          <a:p>
            <a:pPr indent="0" lvl="0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Python uses indentation to define code blocks.</a:t>
            </a:r>
            <a:endParaRPr/>
          </a:p>
          <a:p>
            <a:pPr indent="0" lvl="1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1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onsolas"/>
              <a:buNone/>
            </a:pPr>
            <a:r>
              <a:rPr b="0" i="0" lang="en" sz="16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The code indented under an if, elif, or else statement belongs to that specific conditional block.</a:t>
            </a:r>
            <a:endParaRPr/>
          </a:p>
          <a:p>
            <a:pPr indent="0" lvl="1" marL="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onsolas"/>
              <a:buNone/>
            </a:pPr>
            <a:r>
              <a:rPr b="0" i="0" lang="en" sz="16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Conditional statements enable "branching" in your code, directing the program's execution down different paths based on the evaluated conditions</a:t>
            </a:r>
            <a:endParaRPr/>
          </a:p>
          <a:p>
            <a:pPr indent="-74929" lvl="0" marL="182880" marR="0" rtl="0" algn="l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7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103703"/>
              <a:buFont typeface="Arial"/>
              <a:buNone/>
            </a:pPr>
            <a:r>
              <a:rPr lang="en"/>
              <a:t>EXERCISE - CONDITIONAL STATEMENTS</a:t>
            </a:r>
            <a:endParaRPr/>
          </a:p>
        </p:txBody>
      </p:sp>
      <p:sp>
        <p:nvSpPr>
          <p:cNvPr id="424" name="Google Shape;424;p47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b="1" lang="en" sz="1700"/>
              <a:t>10 minutes</a:t>
            </a:r>
            <a:endParaRPr b="1"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t/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700"/>
              <a:t>Write a function that checks a number and returns “positive,” “zero,” or “negative”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t/>
            </a:r>
            <a:endParaRPr sz="1700"/>
          </a:p>
          <a:p>
            <a:pPr indent="0" lvl="0" marL="9144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700"/>
              <a:buNone/>
            </a:pPr>
            <a:r>
              <a:t/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8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LOOPS</a:t>
            </a:r>
            <a:endParaRPr/>
          </a:p>
        </p:txBody>
      </p:sp>
      <p:sp>
        <p:nvSpPr>
          <p:cNvPr id="430" name="Google Shape;430;p48"/>
          <p:cNvSpPr txBox="1"/>
          <p:nvPr/>
        </p:nvSpPr>
        <p:spPr>
          <a:xfrm>
            <a:off x="0" y="973667"/>
            <a:ext cx="8565850" cy="384838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Fundamental control flow structures used to execute a block of code repeatedly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Two primary types of loops are “for” and “while” loops, which have distinct purposes</a:t>
            </a:r>
            <a:endParaRPr/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You can nest loops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9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RANGE() FUNCTION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36" name="Google Shape;436;p49"/>
          <p:cNvSpPr txBox="1"/>
          <p:nvPr>
            <p:ph idx="1" type="body"/>
          </p:nvPr>
        </p:nvSpPr>
        <p:spPr>
          <a:xfrm>
            <a:off x="411480" y="808893"/>
            <a:ext cx="7792999" cy="382025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152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">
                <a:solidFill>
                  <a:srgbClr val="FFFFFF"/>
                </a:solidFill>
              </a:rPr>
              <a:t>A built-in Python function</a:t>
            </a:r>
            <a:endParaRPr>
              <a:solidFill>
                <a:srgbClr val="FFFFFF"/>
              </a:solidFill>
            </a:endParaRPr>
          </a:p>
          <a:p>
            <a:pPr indent="0" lvl="0" marL="1466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  <a:buNone/>
            </a:pPr>
            <a:r>
              <a:rPr lang="en">
                <a:solidFill>
                  <a:srgbClr val="FFFFFF"/>
                </a:solidFill>
              </a:rPr>
              <a:t>Output is a “range object,” which is an immutable sequence type and memory efficient compared to a list</a:t>
            </a:r>
            <a:endParaRPr>
              <a:solidFill>
                <a:srgbClr val="FFFFFF"/>
              </a:solidFill>
            </a:endParaRPr>
          </a:p>
          <a:p>
            <a:pPr indent="0" lvl="0" marL="1466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  <a:buNone/>
            </a:pPr>
            <a:r>
              <a:rPr lang="en">
                <a:solidFill>
                  <a:srgbClr val="FFFFFF"/>
                </a:solidFill>
              </a:rPr>
              <a:t>range(stop)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Generates a sequence of numbers starting from 0 (default) up to, but not including, the stop value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The numbers increment by 1 (default)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Example: range(5) generates 0, 1, 2, 3, 4</a:t>
            </a:r>
            <a:endParaRPr>
              <a:solidFill>
                <a:srgbClr val="FFFFFF"/>
              </a:solidFill>
            </a:endParaRPr>
          </a:p>
          <a:p>
            <a:pPr indent="0" lvl="0" marL="1466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  <a:buNone/>
            </a:pPr>
            <a:r>
              <a:rPr lang="en">
                <a:solidFill>
                  <a:srgbClr val="FFFFFF"/>
                </a:solidFill>
              </a:rPr>
              <a:t>range(start, stop)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The numbers increment by 1 (default)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Example: range(2, 7) generates 2, 3, 4, 5, 6</a:t>
            </a:r>
            <a:endParaRPr>
              <a:solidFill>
                <a:srgbClr val="FFFFFF"/>
              </a:solidFill>
            </a:endParaRPr>
          </a:p>
          <a:p>
            <a:pPr indent="0" lvl="0" marL="1466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  <a:buNone/>
            </a:pPr>
            <a:r>
              <a:rPr lang="en">
                <a:solidFill>
                  <a:srgbClr val="FFFFFF"/>
                </a:solidFill>
              </a:rPr>
              <a:t>range(start, stop, step)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The numbers increment or decrement by the step value (integer!)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If step is positive, it increments. If step is negative, it decrements (for counting backwards).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step cannot be 0, as it would lead to an infinite loop and raise a ValueError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Example: range(1, 10, 2) generates 1, 3, 5, 7, 9</a:t>
            </a:r>
            <a:endParaRPr>
              <a:solidFill>
                <a:srgbClr val="FFFFFF"/>
              </a:solidFill>
            </a:endParaRPr>
          </a:p>
          <a:p>
            <a:pPr indent="0" lvl="1" marL="603885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19785"/>
              <a:buNone/>
            </a:pPr>
            <a:r>
              <a:rPr lang="en">
                <a:solidFill>
                  <a:srgbClr val="FFFFFF"/>
                </a:solidFill>
              </a:rPr>
              <a:t>Example: range(5, 0, -1) generates 5, 4, 3, 2, 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“FOR” LOOP</a:t>
            </a:r>
            <a:endParaRPr/>
          </a:p>
        </p:txBody>
      </p:sp>
      <p:sp>
        <p:nvSpPr>
          <p:cNvPr id="442" name="Google Shape;442;p50"/>
          <p:cNvSpPr txBox="1"/>
          <p:nvPr>
            <p:ph idx="1" type="body"/>
          </p:nvPr>
        </p:nvSpPr>
        <p:spPr>
          <a:xfrm>
            <a:off x="411480" y="959696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For loops iterate over a sequence, such as a list, tuple, string, or range, or other iterable objects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A block of code is executed once for each item in the sequence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Syntax: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variable in sequence: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# code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Example: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fruits = ["apple", "banana", "cherry"]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fruit in fruits: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print(fruit)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1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“WHILE” LOOP</a:t>
            </a:r>
            <a:endParaRPr/>
          </a:p>
        </p:txBody>
      </p:sp>
      <p:sp>
        <p:nvSpPr>
          <p:cNvPr id="448" name="Google Shape;448;p51"/>
          <p:cNvSpPr txBox="1"/>
          <p:nvPr>
            <p:ph idx="1" type="body"/>
          </p:nvPr>
        </p:nvSpPr>
        <p:spPr>
          <a:xfrm>
            <a:off x="411480" y="844946"/>
            <a:ext cx="6928568" cy="345360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</a:pPr>
            <a:r>
              <a:rPr lang="en" sz="1800"/>
              <a:t>While loops execute a block of statements repeatedly as long as a given condition is True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The loop continues to execute until the condition becomes false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</a:pPr>
            <a:r>
              <a:rPr lang="en" sz="1800"/>
              <a:t>Forever loops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Syntax: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condition: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# block of code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</a:pPr>
            <a:r>
              <a:t/>
            </a:r>
            <a:endParaRPr sz="12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Example: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count = 0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count &lt; 5: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print(count)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000"/>
              <a:buNone/>
            </a:pPr>
            <a:r>
              <a:rPr lang="en" sz="10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count += 1</a:t>
            </a:r>
            <a:endParaRPr sz="10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52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LOOP CONTROL STATEMENTS</a:t>
            </a:r>
            <a:endParaRPr/>
          </a:p>
        </p:txBody>
      </p:sp>
      <p:sp>
        <p:nvSpPr>
          <p:cNvPr id="454" name="Google Shape;454;p52"/>
          <p:cNvSpPr txBox="1"/>
          <p:nvPr>
            <p:ph idx="1" type="body"/>
          </p:nvPr>
        </p:nvSpPr>
        <p:spPr>
          <a:xfrm>
            <a:off x="292946" y="942763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Font typeface="Consolas"/>
              <a:buChar char="●"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break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indent="-3429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Char char="○"/>
            </a:pPr>
            <a:r>
              <a:rPr lang="en" sz="1800"/>
              <a:t>terminates the current loop immediately, execution resumes at the statement following the loop</a:t>
            </a:r>
            <a:endParaRPr sz="1800"/>
          </a:p>
          <a:p>
            <a:pPr indent="-3429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Font typeface="Consolas"/>
              <a:buChar char="●"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continue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indent="-3429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Char char="○"/>
            </a:pPr>
            <a:r>
              <a:rPr lang="en" sz="1800"/>
              <a:t>skips the rest of the current iteration of the loop and proceeds to the next iteration</a:t>
            </a:r>
            <a:endParaRPr sz="1800"/>
          </a:p>
          <a:p>
            <a:pPr indent="-3429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Font typeface="Consolas"/>
              <a:buChar char="●"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indent="-34290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8108"/>
              <a:buChar char="○"/>
            </a:pPr>
            <a:r>
              <a:rPr lang="en" sz="1800"/>
              <a:t>null operation, used as a placeholder in loops or other code blocks where a statement is syntactically required but there is nothing to execute</a:t>
            </a:r>
            <a:endParaRPr sz="18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53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NESTED LOOPS</a:t>
            </a:r>
            <a:endParaRPr/>
          </a:p>
        </p:txBody>
      </p:sp>
      <p:sp>
        <p:nvSpPr>
          <p:cNvPr id="460" name="Google Shape;460;p53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</a:pPr>
            <a:r>
              <a:rPr lang="en" sz="1800"/>
              <a:t>Python allows loops inside other loops, called nested loops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The inner loop executes completely for each iteration of the outer loop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None/>
            </a:pPr>
            <a:r>
              <a:rPr lang="en" sz="1800"/>
              <a:t>Example</a:t>
            </a:r>
            <a:r>
              <a:rPr lang="en" sz="1600"/>
              <a:t>:</a:t>
            </a:r>
            <a:endParaRPr sz="16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for i in range(3):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 for j in range(2):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None/>
            </a:pPr>
            <a:r>
              <a:rPr lang="en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        print(i, j)</a:t>
            </a:r>
            <a:endParaRPr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EXERCISE - LOOPS</a:t>
            </a:r>
            <a:endParaRPr/>
          </a:p>
        </p:txBody>
      </p:sp>
      <p:sp>
        <p:nvSpPr>
          <p:cNvPr id="466" name="Google Shape;466;p54"/>
          <p:cNvSpPr txBox="1"/>
          <p:nvPr>
            <p:ph idx="1" type="body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76470"/>
              <a:buNone/>
            </a:pPr>
            <a:r>
              <a:rPr b="1" lang="en" sz="1700"/>
              <a:t>10 minutes</a:t>
            </a:r>
            <a:endParaRPr b="1"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76470"/>
              <a:buNone/>
            </a:pPr>
            <a:r>
              <a:t/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76470"/>
              <a:buNone/>
            </a:pPr>
            <a:r>
              <a:rPr lang="en" sz="1700"/>
              <a:t>Write a program that prints the following output using loops. Do not just write print() statements multiple times.</a:t>
            </a:r>
            <a:endParaRPr sz="1700"/>
          </a:p>
          <a:p>
            <a:pPr indent="0" lvl="0" marL="0" rtl="0" algn="l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76470"/>
              <a:buNone/>
            </a:pPr>
            <a:r>
              <a:rPr b="1" lang="en" sz="1700"/>
              <a:t>Output:</a:t>
            </a:r>
            <a:endParaRPr b="1" sz="170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" sz="170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" sz="170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" sz="170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ct val="76470"/>
              <a:buNone/>
            </a:pPr>
            <a:r>
              <a:t/>
            </a:r>
            <a:endParaRPr sz="17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PYTHON ERRORS</a:t>
            </a:r>
            <a:endParaRPr/>
          </a:p>
        </p:txBody>
      </p:sp>
      <p:sp>
        <p:nvSpPr>
          <p:cNvPr id="472" name="Google Shape;472;p55"/>
          <p:cNvSpPr txBox="1"/>
          <p:nvPr/>
        </p:nvSpPr>
        <p:spPr>
          <a:xfrm>
            <a:off x="616150" y="158055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Errors are issues in a program that prevent it from running as expected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They help programmers find and fix mistakes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Why learn errors?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Errors help you debug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Knowing common errors makes writing and fixing code faster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Good programs handle errors gracefully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6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EXERCISE - PYTHON ERRORS</a:t>
            </a:r>
            <a:endParaRPr/>
          </a:p>
        </p:txBody>
      </p:sp>
      <p:sp>
        <p:nvSpPr>
          <p:cNvPr id="478" name="Google Shape;478;p56"/>
          <p:cNvSpPr txBox="1"/>
          <p:nvPr>
            <p:ph idx="1" type="body"/>
          </p:nvPr>
        </p:nvSpPr>
        <p:spPr>
          <a:xfrm>
            <a:off x="411480" y="887819"/>
            <a:ext cx="8418860" cy="374133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500"/>
              <a:t>5 minutes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t/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500"/>
              <a:t>Groups of 2-3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500"/>
              <a:t>Research each python error and demonstrate an example case of when this error will be raised</a:t>
            </a:r>
            <a:endParaRPr sz="1500"/>
          </a:p>
          <a:p>
            <a:pPr indent="0" lvl="0" marL="13335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SyntaxError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IndentationError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TypeError 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ValueError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ZeroDivisionError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IndexError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KeyError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AttributeError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FileNotFoundError</a:t>
            </a:r>
            <a:endParaRPr sz="1500">
              <a:solidFill>
                <a:schemeClr val="lt2"/>
              </a:solidFill>
            </a:endParaRPr>
          </a:p>
          <a:p>
            <a:pPr indent="0" lvl="0" marL="1333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None/>
            </a:pPr>
            <a:r>
              <a:rPr lang="en" sz="1500">
                <a:solidFill>
                  <a:schemeClr val="lt2"/>
                </a:solidFill>
              </a:rPr>
              <a:t>ImportError</a:t>
            </a:r>
            <a:endParaRPr sz="17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3" name="Google Shape;483;p57"/>
          <p:cNvGraphicFramePr/>
          <p:nvPr/>
        </p:nvGraphicFramePr>
        <p:xfrm>
          <a:off x="107150" y="71276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{5B9063A8-BC75-44AB-A561-BE0A82F3F6A3}</a:tableStyleId>
              </a:tblPr>
              <a:tblGrid>
                <a:gridCol w="2550425"/>
                <a:gridCol w="3909375"/>
                <a:gridCol w="2531800"/>
              </a:tblGrid>
              <a:tr h="3283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b="1" lang="en" sz="12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endParaRPr b="1" sz="12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b="1" lang="en" sz="12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When it Happens</a:t>
                      </a:r>
                      <a:endParaRPr b="1" sz="12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Consolas"/>
                        <a:buNone/>
                      </a:pPr>
                      <a:r>
                        <a:rPr b="1" lang="en" sz="12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Example</a:t>
                      </a:r>
                      <a:endParaRPr b="1" sz="12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SyntaxError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 violates Python’s rules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Missing colon :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IndentationError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 has wrong indentation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Misaligned blocks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Wrong type used in operation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Add int to str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ValueError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Right type, wrong value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int("abc")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ZeroDivisionError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Dividing by zero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 / 0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IndexError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Index out of range in a sequence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list[5] with 3 items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KeyError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Missing key in a dictionary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dict["missing"]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AttributeError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Attribute doesn’t exist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int.append()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FileNotFoundError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File does not exist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Open missing file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b="1"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ImportError</a:t>
                      </a:r>
                      <a:endParaRPr b="1"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Cannot import a module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Consolas"/>
                        <a:buNone/>
                      </a:pPr>
                      <a:r>
                        <a:rPr lang="en" sz="1100" u="none" cap="none" strike="noStrike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Wrong module name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8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ERROR HANDLING</a:t>
            </a:r>
            <a:endParaRPr/>
          </a:p>
        </p:txBody>
      </p:sp>
      <p:sp>
        <p:nvSpPr>
          <p:cNvPr id="489" name="Google Shape;489;p58"/>
          <p:cNvSpPr txBox="1"/>
          <p:nvPr/>
        </p:nvSpPr>
        <p:spPr>
          <a:xfrm>
            <a:off x="606210" y="157061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Why Handle Errors?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Prevent your program from crashing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Provide helpful messages to users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Char char="•"/>
            </a:pPr>
            <a:r>
              <a:rPr b="0" i="0" lang="en" sz="18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Let your code recover from unexpected situations</a:t>
            </a:r>
            <a:endParaRPr b="0" i="0" sz="18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59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TRY - EXCEPT</a:t>
            </a:r>
            <a:endParaRPr/>
          </a:p>
        </p:txBody>
      </p:sp>
      <p:sp>
        <p:nvSpPr>
          <p:cNvPr id="495" name="Google Shape;495;p59"/>
          <p:cNvSpPr txBox="1"/>
          <p:nvPr>
            <p:ph idx="1" type="body"/>
          </p:nvPr>
        </p:nvSpPr>
        <p:spPr>
          <a:xfrm>
            <a:off x="411480" y="874643"/>
            <a:ext cx="8321040" cy="3754507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rPr lang="en" sz="1800"/>
              <a:t>Tries a block a code and if an error is raised, can handle that error neatly</a:t>
            </a:r>
            <a:endParaRPr sz="1800"/>
          </a:p>
          <a:p>
            <a:pPr indent="0" lvl="0" marL="952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None/>
            </a:pPr>
            <a:r>
              <a:rPr lang="en" sz="1800"/>
              <a:t>Example:</a:t>
            </a:r>
            <a:endParaRPr/>
          </a:p>
          <a:p>
            <a:pPr indent="0" lvl="0" marL="952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None/>
            </a:pPr>
            <a:r>
              <a:t/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952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 # code that might cause an error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   number = int("abc")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except ValueError: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   print("Oops! That wasn't a number.")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0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TRY - EXCEPT CONTINUED</a:t>
            </a:r>
            <a:endParaRPr/>
          </a:p>
        </p:txBody>
      </p:sp>
      <p:sp>
        <p:nvSpPr>
          <p:cNvPr id="501" name="Google Shape;501;p60"/>
          <p:cNvSpPr txBox="1"/>
          <p:nvPr>
            <p:ph idx="1" type="body"/>
          </p:nvPr>
        </p:nvSpPr>
        <p:spPr>
          <a:xfrm>
            <a:off x="411480" y="411184"/>
            <a:ext cx="8321100" cy="3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Optional</a:t>
            </a:r>
            <a:endParaRPr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800"/>
              <a:t>: Runs if no error occurs</a:t>
            </a:r>
            <a:endParaRPr sz="1800"/>
          </a:p>
          <a:p>
            <a:pPr indent="-3429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finally</a:t>
            </a:r>
            <a:r>
              <a:rPr lang="en" sz="1800"/>
              <a:t>: always runs</a:t>
            </a:r>
            <a:endParaRPr/>
          </a:p>
          <a:p>
            <a:pPr indent="0" lvl="1" marL="571500" rtl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Example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result = 10 / 2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except ZeroDivisionError: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print("Cannot divide by zero.")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print("Division successful.")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finally: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1400"/>
              <a:buNone/>
            </a:pP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    print("Done.")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t/>
            </a:r>
            <a:endParaRPr sz="1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61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</a:pPr>
            <a:r>
              <a:rPr lang="en"/>
              <a:t>RAISE</a:t>
            </a:r>
            <a:endParaRPr/>
          </a:p>
        </p:txBody>
      </p:sp>
      <p:sp>
        <p:nvSpPr>
          <p:cNvPr id="507" name="Google Shape;507;p61"/>
          <p:cNvSpPr txBox="1"/>
          <p:nvPr>
            <p:ph idx="1" type="body"/>
          </p:nvPr>
        </p:nvSpPr>
        <p:spPr>
          <a:xfrm>
            <a:off x="411480" y="750404"/>
            <a:ext cx="8321040" cy="387874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1788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6665"/>
              <a:buFont typeface="Arial"/>
              <a:buChar char="●"/>
            </a:pPr>
            <a:r>
              <a:rPr lang="en" sz="1800"/>
              <a:t>“raise” is used to intentionally trigger an error</a:t>
            </a:r>
            <a:endParaRPr sz="1800"/>
          </a:p>
          <a:p>
            <a:pPr indent="-341788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6665"/>
              <a:buFont typeface="Arial"/>
              <a:buChar char="●"/>
            </a:pPr>
            <a:r>
              <a:rPr lang="en" sz="1800"/>
              <a:t>Helps enforce rules and catch problems early</a:t>
            </a:r>
            <a:endParaRPr sz="1800"/>
          </a:p>
          <a:p>
            <a:pPr indent="-32543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" sz="1800"/>
              <a:t>Make your code more predictable and safe</a:t>
            </a:r>
            <a:endParaRPr sz="1800"/>
          </a:p>
          <a:p>
            <a:pPr indent="-341789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6666"/>
              <a:buFont typeface="Arial"/>
              <a:buChar char="●"/>
            </a:pPr>
            <a:r>
              <a:rPr lang="en" sz="1800"/>
              <a:t>Useful for custom error messages or defining your own exceptions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Syntax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ct val="100000"/>
              <a:buNone/>
            </a:pPr>
            <a:r>
              <a:t/>
            </a:r>
            <a:endParaRPr sz="11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ct val="100000"/>
              <a:buNone/>
            </a:pPr>
            <a:r>
              <a:rPr lang="en" sz="11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if age &lt; 0:</a:t>
            </a:r>
            <a:endParaRPr sz="11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ct val="100000"/>
              <a:buNone/>
            </a:pPr>
            <a:r>
              <a:rPr lang="en" sz="11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ValueError("Age cannot be negative.")</a:t>
            </a:r>
            <a:endParaRPr sz="11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Built-in Exceptions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TypeError("This function only accepts strings.")</a:t>
            </a:r>
            <a:endParaRPr sz="12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ct val="100000"/>
              <a:buNone/>
            </a:pPr>
            <a:r>
              <a:rPr lang="en" sz="12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ZeroDivisionError("Cannot divide by zero.")</a:t>
            </a:r>
            <a:endParaRPr sz="12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2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Raised errors can be caught and handled with try / except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If not caught, they will be passed to the output and stop the program</a:t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8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62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513" name="Google Shape;513;p62"/>
          <p:cNvSpPr txBox="1"/>
          <p:nvPr>
            <p:ph idx="1" type="body"/>
          </p:nvPr>
        </p:nvSpPr>
        <p:spPr>
          <a:xfrm>
            <a:off x="411480" y="819978"/>
            <a:ext cx="8220655" cy="380917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b="1" lang="en" sz="1700"/>
              <a:t>20 min </a:t>
            </a:r>
            <a:endParaRPr b="1" sz="1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t/>
            </a:r>
            <a:endParaRPr b="1" sz="15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700"/>
              <a:t>Write a block of code that takes in user input until they guess the random number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700"/>
              <a:t>Prompt the user to help them with their guess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lang="en" sz="1700"/>
              <a:t>Handle the following situations</a:t>
            </a:r>
            <a:endParaRPr sz="1700"/>
          </a:p>
          <a:p>
            <a:pPr indent="-32829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" sz="1700"/>
              <a:t>User does not input the right python data type</a:t>
            </a:r>
            <a:endParaRPr sz="1700"/>
          </a:p>
          <a:p>
            <a:pPr indent="-32829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" sz="1700"/>
              <a:t>User inputs a negative number</a:t>
            </a:r>
            <a:endParaRPr sz="1700"/>
          </a:p>
          <a:p>
            <a:pPr indent="-32829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" sz="1700"/>
              <a:t>User inputs a number outside the guess range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300"/>
              <a:buNone/>
            </a:pPr>
            <a:r>
              <a:rPr b="1" lang="en" sz="1700"/>
              <a:t>Hint: use </a:t>
            </a:r>
            <a:r>
              <a:rPr b="1" lang="en" sz="1700">
                <a:solidFill>
                  <a:srgbClr val="FFCC01"/>
                </a:solidFill>
              </a:rPr>
              <a:t>random.randomint() </a:t>
            </a:r>
            <a:r>
              <a:rPr b="1" lang="en" sz="1700"/>
              <a:t>to generate a random number</a:t>
            </a:r>
            <a:endParaRPr sz="17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3"/>
          <p:cNvSpPr txBox="1"/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519" name="Google Shape;519;p63"/>
          <p:cNvSpPr txBox="1"/>
          <p:nvPr>
            <p:ph idx="1" type="body"/>
          </p:nvPr>
        </p:nvSpPr>
        <p:spPr>
          <a:xfrm>
            <a:off x="411480" y="870065"/>
            <a:ext cx="8321040" cy="37590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</a:pPr>
            <a:r>
              <a:rPr b="1" lang="en" sz="1700"/>
              <a:t>20 min </a:t>
            </a:r>
            <a:endParaRPr b="1"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" sz="1500"/>
              <a:t>Given a list of numbers, write a program that: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AutoNum type="arabicPeriod"/>
            </a:pPr>
            <a:r>
              <a:rPr lang="en" sz="1500"/>
              <a:t>Loops through the list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AutoNum type="arabicPeriod"/>
            </a:pPr>
            <a:r>
              <a:rPr lang="en" sz="1500"/>
              <a:t>Skips any None values or non-integer types with an error message using try/except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AutoNum type="arabicPeriod"/>
            </a:pPr>
            <a:r>
              <a:rPr lang="en" sz="1500"/>
              <a:t>Raises a ValueError if it finds a negative number (stops the program)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AutoNum type="arabicPeriod"/>
            </a:pPr>
            <a:r>
              <a:rPr lang="en" sz="1500"/>
              <a:t>Collects all valid positive integers into a new list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AutoNum type="arabicPeriod"/>
            </a:pPr>
            <a:r>
              <a:rPr lang="en" sz="1500"/>
              <a:t>Prints the new list and the sum of its numbers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</a:pPr>
            <a:r>
              <a:rPr lang="en" sz="1350"/>
              <a:t>List: </a:t>
            </a:r>
            <a:r>
              <a:rPr lang="en" sz="14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[10, -5, 20, ‘hello’, 5.2, 15, None, 30]</a:t>
            </a:r>
            <a:endParaRPr sz="140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b="1" lang="en" sz="1500"/>
              <a:t>Once you have a solution, remove -5 from the list and run it again.</a:t>
            </a:r>
            <a:endParaRPr b="1" sz="15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" sz="1500"/>
              <a:t>Hints:  </a:t>
            </a:r>
            <a:endParaRPr sz="1500"/>
          </a:p>
          <a:p>
            <a:pPr indent="-3238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n" sz="1500"/>
              <a:t>Use </a:t>
            </a:r>
            <a:r>
              <a:rPr lang="en" sz="150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isinstance(item, int) </a:t>
            </a:r>
            <a:r>
              <a:rPr lang="en" sz="1500"/>
              <a:t>to check types</a:t>
            </a:r>
            <a:endParaRPr sz="1500"/>
          </a:p>
          <a:p>
            <a:pPr indent="-3238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n" sz="1500"/>
              <a:t>Build the valid list as you go</a:t>
            </a:r>
            <a:endParaRPr sz="15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