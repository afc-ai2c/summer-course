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94" r:id="rId2"/>
  </p:sldMasterIdLst>
  <p:notesMasterIdLst>
    <p:notesMasterId r:id="rId16"/>
  </p:notesMasterIdLst>
  <p:sldIdLst>
    <p:sldId id="256" r:id="rId3"/>
    <p:sldId id="276" r:id="rId4"/>
    <p:sldId id="257" r:id="rId5"/>
    <p:sldId id="278" r:id="rId6"/>
    <p:sldId id="279" r:id="rId7"/>
    <p:sldId id="280" r:id="rId8"/>
    <p:sldId id="261" r:id="rId9"/>
    <p:sldId id="277" r:id="rId10"/>
    <p:sldId id="281" r:id="rId11"/>
    <p:sldId id="282" r:id="rId12"/>
    <p:sldId id="283" r:id="rId13"/>
    <p:sldId id="273" r:id="rId14"/>
    <p:sldId id="25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0" autoAdjust="0"/>
    <p:restoredTop sz="89375" autoAdjust="0"/>
  </p:normalViewPr>
  <p:slideViewPr>
    <p:cSldViewPr snapToGrid="0">
      <p:cViewPr varScale="1">
        <p:scale>
          <a:sx n="80" d="100"/>
          <a:sy n="80" d="100"/>
        </p:scale>
        <p:origin x="56" y="4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1F8BC1-DC94-491B-AA44-0232F744EE98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8B709C-82E0-4ADF-BDA3-CCA1C8B222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99909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8B709C-82E0-4ADF-BDA3-CCA1C8B22229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76188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8B709C-82E0-4ADF-BDA3-CCA1C8B22229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93766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4.png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Date Placeholder 19">
            <a:extLst>
              <a:ext uri="{FF2B5EF4-FFF2-40B4-BE49-F238E27FC236}">
                <a16:creationId xmlns:a16="http://schemas.microsoft.com/office/drawing/2014/main" id="{39F9F092-1A2E-3BC5-0D99-EE4B132543F8}"/>
              </a:ext>
            </a:extLst>
          </p:cNvPr>
          <p:cNvSpPr>
            <a:spLocks noGrp="1"/>
          </p:cNvSpPr>
          <p:nvPr>
            <p:ph type="dt" sz="half" idx="49"/>
          </p:nvPr>
        </p:nvSpPr>
        <p:spPr/>
        <p:txBody>
          <a:bodyPr/>
          <a:lstStyle/>
          <a:p>
            <a:fld id="{971AFA9C-17DA-4726-B9E3-ADECF7729AF7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4D3DAC6A-DFDF-B313-4DB4-FA56B489F422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/>
        <p:txBody>
          <a:bodyPr/>
          <a:lstStyle/>
          <a:p>
            <a:fld id="{79D051F2-C7C4-43BD-B552-C78CE0DE4128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Text Placeholder 30">
            <a:extLst>
              <a:ext uri="{FF2B5EF4-FFF2-40B4-BE49-F238E27FC236}">
                <a16:creationId xmlns:a16="http://schemas.microsoft.com/office/drawing/2014/main" id="{FC933DC4-3663-15AC-8A64-D7573EE2EC9F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47688" y="5133530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22" name="Text Placeholder 30">
            <a:extLst>
              <a:ext uri="{FF2B5EF4-FFF2-40B4-BE49-F238E27FC236}">
                <a16:creationId xmlns:a16="http://schemas.microsoft.com/office/drawing/2014/main" id="{1FE393D1-D968-8D71-45F7-5B4A7CEF5CF9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47688" y="4952738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23" name="Text Placeholder 30">
            <a:extLst>
              <a:ext uri="{FF2B5EF4-FFF2-40B4-BE49-F238E27FC236}">
                <a16:creationId xmlns:a16="http://schemas.microsoft.com/office/drawing/2014/main" id="{DF69BC8A-AD59-63A3-64A2-27F7496859F1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47688" y="5314322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CUI Category: </a:t>
            </a:r>
          </a:p>
        </p:txBody>
      </p:sp>
      <p:sp>
        <p:nvSpPr>
          <p:cNvPr id="24" name="Text Placeholder 30">
            <a:extLst>
              <a:ext uri="{FF2B5EF4-FFF2-40B4-BE49-F238E27FC236}">
                <a16:creationId xmlns:a16="http://schemas.microsoft.com/office/drawing/2014/main" id="{EDE4793B-EE3D-A719-6990-5D9F67CBAF13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547688" y="5495114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Distribution Statement: </a:t>
            </a:r>
          </a:p>
        </p:txBody>
      </p:sp>
      <p:sp>
        <p:nvSpPr>
          <p:cNvPr id="25" name="Text Placeholder 30">
            <a:extLst>
              <a:ext uri="{FF2B5EF4-FFF2-40B4-BE49-F238E27FC236}">
                <a16:creationId xmlns:a16="http://schemas.microsoft.com/office/drawing/2014/main" id="{A24EE18E-6DA7-CB84-1F21-8DF1C7482384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547688" y="5675906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POC: </a:t>
            </a:r>
          </a:p>
        </p:txBody>
      </p:sp>
      <p:sp>
        <p:nvSpPr>
          <p:cNvPr id="26" name="Text Placeholder 30">
            <a:extLst>
              <a:ext uri="{FF2B5EF4-FFF2-40B4-BE49-F238E27FC236}">
                <a16:creationId xmlns:a16="http://schemas.microsoft.com/office/drawing/2014/main" id="{AAEE65B4-7FC0-51E0-61A9-DA039122F268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1981200" y="5133530"/>
            <a:ext cx="3124934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30">
            <a:extLst>
              <a:ext uri="{FF2B5EF4-FFF2-40B4-BE49-F238E27FC236}">
                <a16:creationId xmlns:a16="http://schemas.microsoft.com/office/drawing/2014/main" id="{6483CD3B-2F61-38F8-2851-B10539781BDC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1981200" y="4952738"/>
            <a:ext cx="3124934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30">
            <a:extLst>
              <a:ext uri="{FF2B5EF4-FFF2-40B4-BE49-F238E27FC236}">
                <a16:creationId xmlns:a16="http://schemas.microsoft.com/office/drawing/2014/main" id="{F72C11EB-F1A8-B896-9775-C7ADA2F8325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981200" y="5314322"/>
            <a:ext cx="3124934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30">
            <a:extLst>
              <a:ext uri="{FF2B5EF4-FFF2-40B4-BE49-F238E27FC236}">
                <a16:creationId xmlns:a16="http://schemas.microsoft.com/office/drawing/2014/main" id="{4BF91907-2C5A-9E08-110C-64B850CA6482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1981200" y="5495114"/>
            <a:ext cx="3124934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30">
            <a:extLst>
              <a:ext uri="{FF2B5EF4-FFF2-40B4-BE49-F238E27FC236}">
                <a16:creationId xmlns:a16="http://schemas.microsoft.com/office/drawing/2014/main" id="{0F5C0BB3-E700-E0BE-1E5D-F32BFF0DB730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1981200" y="5675906"/>
            <a:ext cx="3124934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5" name="U.S. Army" descr="U.S. Army">
            <a:extLst>
              <a:ext uri="{FF2B5EF4-FFF2-40B4-BE49-F238E27FC236}">
                <a16:creationId xmlns:a16="http://schemas.microsoft.com/office/drawing/2014/main" id="{8765D769-2E19-A1D0-70F0-660B5118F3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black">
          <a:xfrm>
            <a:off x="244899" y="112631"/>
            <a:ext cx="3246120" cy="122580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367708F-A6ED-2C67-AAB2-F57AAA10F9A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  <p:grpSp>
        <p:nvGrpSpPr>
          <p:cNvPr id="4" name="Group">
            <a:extLst>
              <a:ext uri="{FF2B5EF4-FFF2-40B4-BE49-F238E27FC236}">
                <a16:creationId xmlns:a16="http://schemas.microsoft.com/office/drawing/2014/main" id="{0D2A18CE-EA59-FCDB-5CF9-72169831C6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48218" y="1974220"/>
            <a:ext cx="7173381" cy="2377440"/>
            <a:chOff x="411163" y="2240280"/>
            <a:chExt cx="6446837" cy="2377440"/>
          </a:xfrm>
        </p:grpSpPr>
        <p:sp>
          <p:nvSpPr>
            <p:cNvPr id="15" name="Rectangle">
              <a:extLst>
                <a:ext uri="{FF2B5EF4-FFF2-40B4-BE49-F238E27FC236}">
                  <a16:creationId xmlns:a16="http://schemas.microsoft.com/office/drawing/2014/main" id="{453FC9A3-D341-95FE-49D0-507EC65462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411163" y="2240280"/>
              <a:ext cx="6446837" cy="2377440"/>
            </a:xfrm>
            <a:prstGeom prst="rect">
              <a:avLst/>
            </a:prstGeom>
            <a:noFill/>
            <a:ln w="19050" cap="flat">
              <a:solidFill>
                <a:srgbClr val="FFCC01"/>
              </a:solidFill>
              <a:miter lim="800000"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00000"/>
                </a:lnSpc>
              </a:pPr>
              <a:endParaRPr lang="en-US" sz="1600"/>
            </a:p>
          </p:txBody>
        </p:sp>
        <p:cxnSp>
          <p:nvCxnSpPr>
            <p:cNvPr id="18" name="Line">
              <a:extLst>
                <a:ext uri="{FF2B5EF4-FFF2-40B4-BE49-F238E27FC236}">
                  <a16:creationId xmlns:a16="http://schemas.microsoft.com/office/drawing/2014/main" id="{2A030869-4AC4-CE94-F004-03103C4DBC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11163" y="3931920"/>
              <a:ext cx="6446837" cy="0"/>
            </a:xfrm>
            <a:prstGeom prst="line">
              <a:avLst/>
            </a:prstGeom>
            <a:ln w="19050" cap="flat">
              <a:solidFill>
                <a:srgbClr val="FFCC0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  <p:cxnSp>
          <p:nvCxnSpPr>
            <p:cNvPr id="19" name="Line">
              <a:extLst>
                <a:ext uri="{FF2B5EF4-FFF2-40B4-BE49-F238E27FC236}">
                  <a16:creationId xmlns:a16="http://schemas.microsoft.com/office/drawing/2014/main" id="{5AB8E5F3-02DC-C870-FF70-6B7F087F40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274795" y="3931920"/>
              <a:ext cx="0" cy="685800"/>
            </a:xfrm>
            <a:prstGeom prst="line">
              <a:avLst/>
            </a:prstGeom>
            <a:ln w="19050" cap="flat">
              <a:solidFill>
                <a:srgbClr val="FFCC0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</p:grpSp>
      <p:sp>
        <p:nvSpPr>
          <p:cNvPr id="31" name="Title 1">
            <a:extLst>
              <a:ext uri="{FF2B5EF4-FFF2-40B4-BE49-F238E27FC236}">
                <a16:creationId xmlns:a16="http://schemas.microsoft.com/office/drawing/2014/main" id="{0A3716E9-1A78-32FC-3DC4-30F60037386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4400" y="2202820"/>
            <a:ext cx="6429375" cy="1325880"/>
          </a:xfrm>
        </p:spPr>
        <p:txBody>
          <a:bodyPr anchor="t" anchorCtr="0"/>
          <a:lstStyle>
            <a:lvl1pPr algn="l">
              <a:lnSpc>
                <a:spcPct val="80000"/>
              </a:lnSpc>
              <a:defRPr sz="3600"/>
            </a:lvl1pPr>
          </a:lstStyle>
          <a:p>
            <a:r>
              <a:rPr kumimoji="0" lang="en-US" sz="3600" b="0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PRESENTATION TITLE</a:t>
            </a:r>
            <a:br>
              <a:rPr kumimoji="0" lang="en-US" sz="3600" b="0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</a:br>
            <a:r>
              <a:rPr kumimoji="0" lang="en-US" sz="3600" b="0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PRESENTATION TITLE</a:t>
            </a:r>
            <a:br>
              <a:rPr kumimoji="0" lang="en-US" sz="3600" b="0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</a:br>
            <a:r>
              <a:rPr kumimoji="0" lang="en-US" sz="3600" b="0" i="0" u="none" strike="noStrike" kern="1200" cap="all" spc="0" normalizeH="0" baseline="0" noProof="0">
                <a:ln>
                  <a:noFill/>
                </a:ln>
                <a:solidFill>
                  <a:srgbClr val="FFCC01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THREE LINES MAX</a:t>
            </a:r>
            <a:endParaRPr lang="en-US"/>
          </a:p>
        </p:txBody>
      </p:sp>
      <p:sp>
        <p:nvSpPr>
          <p:cNvPr id="32" name="Subtitle 2">
            <a:extLst>
              <a:ext uri="{FF2B5EF4-FFF2-40B4-BE49-F238E27FC236}">
                <a16:creationId xmlns:a16="http://schemas.microsoft.com/office/drawing/2014/main" id="{9BBCBD69-970D-2A8D-E951-CFBC732DBCF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1" y="3784732"/>
            <a:ext cx="3565524" cy="457200"/>
          </a:xfrm>
        </p:spPr>
        <p:txBody>
          <a:bodyPr anchor="ctr" anchorCtr="0"/>
          <a:lstStyle>
            <a:lvl1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  <a:lvl2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2pPr>
            <a:lvl3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3pPr>
            <a:lvl4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4pPr>
            <a:lvl5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5pPr>
            <a:lvl6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6pPr>
            <a:lvl7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7pPr>
            <a:lvl8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8pPr>
            <a:lvl9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9pPr>
          </a:lstStyle>
          <a:p>
            <a:r>
              <a:rPr lang="en-US"/>
              <a:t>[Presentation subtitle/description]</a:t>
            </a:r>
          </a:p>
        </p:txBody>
      </p:sp>
      <p:sp>
        <p:nvSpPr>
          <p:cNvPr id="33" name="Text Placeholder 3">
            <a:extLst>
              <a:ext uri="{FF2B5EF4-FFF2-40B4-BE49-F238E27FC236}">
                <a16:creationId xmlns:a16="http://schemas.microsoft.com/office/drawing/2014/main" id="{845FCD4C-F9C5-DECB-5274-6DEC95A50B5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12079" y="3784732"/>
            <a:ext cx="2131695" cy="457200"/>
          </a:xfrm>
        </p:spPr>
        <p:txBody>
          <a:bodyPr anchor="ctr" anchorCtr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1pPr>
            <a:lvl2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2pPr>
            <a:lvl3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3pPr>
            <a:lvl4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4pPr>
            <a:lvl5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5pPr>
            <a:lvl6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6pPr>
            <a:lvl7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7pPr>
            <a:lvl8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8pPr>
            <a:lvl9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[00 Month 0000]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10D24ED-E5F8-CA86-25F1-78110A690D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6840" y="0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  <p:sp>
        <p:nvSpPr>
          <p:cNvPr id="3" name="Rectangle 15">
            <a:extLst>
              <a:ext uri="{FF2B5EF4-FFF2-40B4-BE49-F238E27FC236}">
                <a16:creationId xmlns:a16="http://schemas.microsoft.com/office/drawing/2014/main" id="{5F51F9D9-5896-27C6-545B-841C41CB76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6840" y="6657945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</p:spTree>
    <p:extLst>
      <p:ext uri="{BB962C8B-B14F-4D97-AF65-F5344CB8AC3E}">
        <p14:creationId xmlns:p14="http://schemas.microsoft.com/office/powerpoint/2010/main" val="89293788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-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1B5714-1C67-5305-161F-BB8ABA64529E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971AFA9C-17DA-4726-B9E3-ADECF7729AF7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66A96F-567A-34EC-DC2C-66C406228A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D051F2-C7C4-43BD-B552-C78CE0DE4128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U.S. Army" descr="U.S. Army">
            <a:extLst>
              <a:ext uri="{FF2B5EF4-FFF2-40B4-BE49-F238E27FC236}">
                <a16:creationId xmlns:a16="http://schemas.microsoft.com/office/drawing/2014/main" id="{C4525471-71C4-E84C-06B5-CF4BA10994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black">
          <a:xfrm>
            <a:off x="180891" y="104974"/>
            <a:ext cx="3246120" cy="1225808"/>
          </a:xfrm>
          <a:prstGeom prst="rect">
            <a:avLst/>
          </a:prstGeom>
          <a:noFill/>
        </p:spPr>
      </p:pic>
      <p:sp>
        <p:nvSpPr>
          <p:cNvPr id="9" name="Text Placeholder 30">
            <a:extLst>
              <a:ext uri="{FF2B5EF4-FFF2-40B4-BE49-F238E27FC236}">
                <a16:creationId xmlns:a16="http://schemas.microsoft.com/office/drawing/2014/main" id="{00EB67EC-5954-991C-39BB-6509621390EB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47688" y="5133530"/>
            <a:ext cx="1335568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13" name="Text Placeholder 30">
            <a:extLst>
              <a:ext uri="{FF2B5EF4-FFF2-40B4-BE49-F238E27FC236}">
                <a16:creationId xmlns:a16="http://schemas.microsoft.com/office/drawing/2014/main" id="{E6059881-3615-6A80-014A-12F5EBBBE25A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47688" y="4952738"/>
            <a:ext cx="1335568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14" name="Text Placeholder 30">
            <a:extLst>
              <a:ext uri="{FF2B5EF4-FFF2-40B4-BE49-F238E27FC236}">
                <a16:creationId xmlns:a16="http://schemas.microsoft.com/office/drawing/2014/main" id="{E2D99AAA-01B9-ED71-F90F-711F200233EB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47688" y="5314322"/>
            <a:ext cx="1335568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CUI Category: </a:t>
            </a:r>
          </a:p>
        </p:txBody>
      </p:sp>
      <p:sp>
        <p:nvSpPr>
          <p:cNvPr id="16" name="Text Placeholder 30">
            <a:extLst>
              <a:ext uri="{FF2B5EF4-FFF2-40B4-BE49-F238E27FC236}">
                <a16:creationId xmlns:a16="http://schemas.microsoft.com/office/drawing/2014/main" id="{AA78AC6A-4B5E-2F9D-94D1-897336CBC5FD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547688" y="5495114"/>
            <a:ext cx="1335568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Distribution Statement: </a:t>
            </a:r>
          </a:p>
        </p:txBody>
      </p:sp>
      <p:sp>
        <p:nvSpPr>
          <p:cNvPr id="17" name="Text Placeholder 30">
            <a:extLst>
              <a:ext uri="{FF2B5EF4-FFF2-40B4-BE49-F238E27FC236}">
                <a16:creationId xmlns:a16="http://schemas.microsoft.com/office/drawing/2014/main" id="{E909E494-A135-FCDC-B270-D6B7047A3B14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547688" y="5675906"/>
            <a:ext cx="1335568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POC: </a:t>
            </a:r>
          </a:p>
        </p:txBody>
      </p:sp>
      <p:sp>
        <p:nvSpPr>
          <p:cNvPr id="18" name="Text Placeholder 30">
            <a:extLst>
              <a:ext uri="{FF2B5EF4-FFF2-40B4-BE49-F238E27FC236}">
                <a16:creationId xmlns:a16="http://schemas.microsoft.com/office/drawing/2014/main" id="{99D08674-52BB-F86B-32DC-93D0F45597F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1981200" y="5133530"/>
            <a:ext cx="3124934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0">
            <a:extLst>
              <a:ext uri="{FF2B5EF4-FFF2-40B4-BE49-F238E27FC236}">
                <a16:creationId xmlns:a16="http://schemas.microsoft.com/office/drawing/2014/main" id="{75B8A948-14E8-9F98-4694-85A4D577B42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1981200" y="4952738"/>
            <a:ext cx="3124934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0">
            <a:extLst>
              <a:ext uri="{FF2B5EF4-FFF2-40B4-BE49-F238E27FC236}">
                <a16:creationId xmlns:a16="http://schemas.microsoft.com/office/drawing/2014/main" id="{8594BC0E-E83A-A7AB-AD3C-A280B5A706D3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981200" y="5314322"/>
            <a:ext cx="3124934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30">
            <a:extLst>
              <a:ext uri="{FF2B5EF4-FFF2-40B4-BE49-F238E27FC236}">
                <a16:creationId xmlns:a16="http://schemas.microsoft.com/office/drawing/2014/main" id="{45C25EBB-0808-3B97-D5EC-84FE1867AB1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1981200" y="5495114"/>
            <a:ext cx="3124934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1EEF3E66-AAEE-1C6B-9049-032018F0EF1A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1981200" y="5675906"/>
            <a:ext cx="3124934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48" name="Group">
            <a:extLst>
              <a:ext uri="{FF2B5EF4-FFF2-40B4-BE49-F238E27FC236}">
                <a16:creationId xmlns:a16="http://schemas.microsoft.com/office/drawing/2014/main" id="{1D6D8113-2B65-BAC0-DBC2-601012CF01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48219" y="1974220"/>
            <a:ext cx="7173382" cy="2377440"/>
            <a:chOff x="411163" y="2240280"/>
            <a:chExt cx="6446837" cy="2377440"/>
          </a:xfrm>
        </p:grpSpPr>
        <p:sp>
          <p:nvSpPr>
            <p:cNvPr id="49" name="Rectangle">
              <a:extLst>
                <a:ext uri="{FF2B5EF4-FFF2-40B4-BE49-F238E27FC236}">
                  <a16:creationId xmlns:a16="http://schemas.microsoft.com/office/drawing/2014/main" id="{7528BC0B-D239-46B3-8ED2-9B82FDC07F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411163" y="2240280"/>
              <a:ext cx="6446837" cy="2377440"/>
            </a:xfrm>
            <a:prstGeom prst="rect">
              <a:avLst/>
            </a:prstGeom>
            <a:noFill/>
            <a:ln w="19050" cap="flat">
              <a:solidFill>
                <a:srgbClr val="221F20"/>
              </a:solidFill>
              <a:miter lim="800000"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00000"/>
                </a:lnSpc>
              </a:pPr>
              <a:endParaRPr lang="en-US" sz="1600"/>
            </a:p>
          </p:txBody>
        </p:sp>
        <p:cxnSp>
          <p:nvCxnSpPr>
            <p:cNvPr id="50" name="Line">
              <a:extLst>
                <a:ext uri="{FF2B5EF4-FFF2-40B4-BE49-F238E27FC236}">
                  <a16:creationId xmlns:a16="http://schemas.microsoft.com/office/drawing/2014/main" id="{435BD1FC-4390-71A4-34EE-951EFF0886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11163" y="3931920"/>
              <a:ext cx="6446837" cy="0"/>
            </a:xfrm>
            <a:prstGeom prst="line">
              <a:avLst/>
            </a:prstGeom>
            <a:ln w="19050" cap="flat">
              <a:solidFill>
                <a:srgbClr val="221F20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  <p:cxnSp>
          <p:nvCxnSpPr>
            <p:cNvPr id="51" name="Line">
              <a:extLst>
                <a:ext uri="{FF2B5EF4-FFF2-40B4-BE49-F238E27FC236}">
                  <a16:creationId xmlns:a16="http://schemas.microsoft.com/office/drawing/2014/main" id="{F4A81146-41CE-E3FA-3A50-29CA5D91DB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272796" y="3931920"/>
              <a:ext cx="0" cy="685800"/>
            </a:xfrm>
            <a:prstGeom prst="line">
              <a:avLst/>
            </a:prstGeom>
            <a:ln w="19050" cap="flat">
              <a:solidFill>
                <a:srgbClr val="221F20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</p:grpSp>
      <p:sp>
        <p:nvSpPr>
          <p:cNvPr id="52" name="Title 1">
            <a:extLst>
              <a:ext uri="{FF2B5EF4-FFF2-40B4-BE49-F238E27FC236}">
                <a16:creationId xmlns:a16="http://schemas.microsoft.com/office/drawing/2014/main" id="{34261743-5C6B-193D-74C7-FC918BD33CB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4399" y="2202820"/>
            <a:ext cx="6429375" cy="1325880"/>
          </a:xfrm>
        </p:spPr>
        <p:txBody>
          <a:bodyPr anchor="t" anchorCtr="0"/>
          <a:lstStyle>
            <a:lvl1pPr algn="l">
              <a:lnSpc>
                <a:spcPct val="80000"/>
              </a:lnSpc>
              <a:defRPr sz="3600"/>
            </a:lvl1pPr>
          </a:lstStyle>
          <a:p>
            <a:r>
              <a:rPr lang="en-US"/>
              <a:t>Presentation title</a:t>
            </a:r>
            <a:br>
              <a:rPr lang="en-US"/>
            </a:br>
            <a:r>
              <a:rPr lang="en-US"/>
              <a:t>PRESENTATION TITLE</a:t>
            </a:r>
            <a:br>
              <a:rPr lang="en-US"/>
            </a:br>
            <a:r>
              <a:rPr lang="en-US"/>
              <a:t>THREE LINES MAX</a:t>
            </a:r>
          </a:p>
        </p:txBody>
      </p:sp>
      <p:sp>
        <p:nvSpPr>
          <p:cNvPr id="53" name="Subtitle 2">
            <a:extLst>
              <a:ext uri="{FF2B5EF4-FFF2-40B4-BE49-F238E27FC236}">
                <a16:creationId xmlns:a16="http://schemas.microsoft.com/office/drawing/2014/main" id="{09DA0322-2B5C-8F10-EE8B-1FE75C5A5BF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0" y="3784732"/>
            <a:ext cx="3565525" cy="457200"/>
          </a:xfrm>
        </p:spPr>
        <p:txBody>
          <a:bodyPr anchor="ctr" anchorCtr="0"/>
          <a:lstStyle>
            <a:lvl1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  <a:lvl2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2pPr>
            <a:lvl3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3pPr>
            <a:lvl4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4pPr>
            <a:lvl5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5pPr>
            <a:lvl6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6pPr>
            <a:lvl7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7pPr>
            <a:lvl8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8pPr>
            <a:lvl9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9pPr>
          </a:lstStyle>
          <a:p>
            <a:r>
              <a:rPr lang="en-US"/>
              <a:t>[Presentation subtitle/description]</a:t>
            </a:r>
          </a:p>
        </p:txBody>
      </p:sp>
      <p:sp>
        <p:nvSpPr>
          <p:cNvPr id="54" name="Text Placeholder 3">
            <a:extLst>
              <a:ext uri="{FF2B5EF4-FFF2-40B4-BE49-F238E27FC236}">
                <a16:creationId xmlns:a16="http://schemas.microsoft.com/office/drawing/2014/main" id="{76359DCF-E748-9D74-A7A5-1B8C52B3E36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12079" y="3784732"/>
            <a:ext cx="2131695" cy="457200"/>
          </a:xfrm>
        </p:spPr>
        <p:txBody>
          <a:bodyPr anchor="ctr" anchorCtr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1pPr>
            <a:lvl2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2pPr>
            <a:lvl3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3pPr>
            <a:lvl4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4pPr>
            <a:lvl5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5pPr>
            <a:lvl6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6pPr>
            <a:lvl7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7pPr>
            <a:lvl8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8pPr>
            <a:lvl9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[00 Month 0000]</a:t>
            </a:r>
          </a:p>
        </p:txBody>
      </p:sp>
    </p:spTree>
    <p:extLst>
      <p:ext uri="{BB962C8B-B14F-4D97-AF65-F5344CB8AC3E}">
        <p14:creationId xmlns:p14="http://schemas.microsoft.com/office/powerpoint/2010/main" val="36716954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- Imag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Date Placeholder 19">
            <a:extLst>
              <a:ext uri="{FF2B5EF4-FFF2-40B4-BE49-F238E27FC236}">
                <a16:creationId xmlns:a16="http://schemas.microsoft.com/office/drawing/2014/main" id="{F9D3AB9C-26E9-8E88-3B55-B4A5EC7C31F2}"/>
              </a:ext>
            </a:extLst>
          </p:cNvPr>
          <p:cNvSpPr>
            <a:spLocks noGrp="1"/>
          </p:cNvSpPr>
          <p:nvPr>
            <p:ph type="dt" sz="half" idx="49"/>
          </p:nvPr>
        </p:nvSpPr>
        <p:spPr/>
        <p:txBody>
          <a:bodyPr/>
          <a:lstStyle/>
          <a:p>
            <a:fld id="{971AFA9C-17DA-4726-B9E3-ADECF7729AF7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CF1316F0-9F13-53EA-1597-09232B2FF1AB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/>
        <p:txBody>
          <a:bodyPr/>
          <a:lstStyle/>
          <a:p>
            <a:fld id="{79D051F2-C7C4-43BD-B552-C78CE0DE4128}" type="slidenum">
              <a:rPr lang="en-US" smtClean="0"/>
              <a:t>‹#›</a:t>
            </a:fld>
            <a:endParaRPr lang="en-US"/>
          </a:p>
        </p:txBody>
      </p:sp>
      <p:pic>
        <p:nvPicPr>
          <p:cNvPr id="5" name="U.S. Army" descr="U.S. Army">
            <a:extLst>
              <a:ext uri="{FF2B5EF4-FFF2-40B4-BE49-F238E27FC236}">
                <a16:creationId xmlns:a16="http://schemas.microsoft.com/office/drawing/2014/main" id="{499EE878-E6B9-0543-B958-85A17AE36A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black">
          <a:xfrm>
            <a:off x="244899" y="112631"/>
            <a:ext cx="3246120" cy="1225808"/>
          </a:xfrm>
          <a:prstGeom prst="rect">
            <a:avLst/>
          </a:prstGeom>
        </p:spPr>
      </p:pic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96CD17E6-26AB-FBB2-220C-D5185212C519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47688" y="5133530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9" name="Text Placeholder 30">
            <a:extLst>
              <a:ext uri="{FF2B5EF4-FFF2-40B4-BE49-F238E27FC236}">
                <a16:creationId xmlns:a16="http://schemas.microsoft.com/office/drawing/2014/main" id="{FCD1ED33-CCD9-E1B6-327A-71BC6F62C4DB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47688" y="4952738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11" name="Text Placeholder 30">
            <a:extLst>
              <a:ext uri="{FF2B5EF4-FFF2-40B4-BE49-F238E27FC236}">
                <a16:creationId xmlns:a16="http://schemas.microsoft.com/office/drawing/2014/main" id="{A255632D-60F3-C439-D931-6B2874E894D7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47688" y="5314322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CUI Category: </a:t>
            </a:r>
          </a:p>
        </p:txBody>
      </p:sp>
      <p:sp>
        <p:nvSpPr>
          <p:cNvPr id="12" name="Text Placeholder 30">
            <a:extLst>
              <a:ext uri="{FF2B5EF4-FFF2-40B4-BE49-F238E27FC236}">
                <a16:creationId xmlns:a16="http://schemas.microsoft.com/office/drawing/2014/main" id="{0BD3A2B1-9D40-83E3-4243-B4A52B6A636E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547688" y="5495114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Distribution Statement: </a:t>
            </a:r>
          </a:p>
        </p:txBody>
      </p:sp>
      <p:sp>
        <p:nvSpPr>
          <p:cNvPr id="14" name="Text Placeholder 30">
            <a:extLst>
              <a:ext uri="{FF2B5EF4-FFF2-40B4-BE49-F238E27FC236}">
                <a16:creationId xmlns:a16="http://schemas.microsoft.com/office/drawing/2014/main" id="{7AADD113-BD09-95AA-FFBA-DCC255F69FAA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547688" y="5675906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POC: </a:t>
            </a:r>
          </a:p>
        </p:txBody>
      </p:sp>
      <p:sp>
        <p:nvSpPr>
          <p:cNvPr id="15" name="Text Placeholder 30">
            <a:extLst>
              <a:ext uri="{FF2B5EF4-FFF2-40B4-BE49-F238E27FC236}">
                <a16:creationId xmlns:a16="http://schemas.microsoft.com/office/drawing/2014/main" id="{A9D52B79-92E5-4D64-1757-D13A0674723F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1981200" y="5133530"/>
            <a:ext cx="3124934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0">
            <a:extLst>
              <a:ext uri="{FF2B5EF4-FFF2-40B4-BE49-F238E27FC236}">
                <a16:creationId xmlns:a16="http://schemas.microsoft.com/office/drawing/2014/main" id="{DF04F3CB-62F5-7A9F-E397-4800E51C0E2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1981200" y="4952738"/>
            <a:ext cx="3124934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30">
            <a:extLst>
              <a:ext uri="{FF2B5EF4-FFF2-40B4-BE49-F238E27FC236}">
                <a16:creationId xmlns:a16="http://schemas.microsoft.com/office/drawing/2014/main" id="{DA62CE27-72C2-A083-C796-4F047A2FF421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981200" y="5314322"/>
            <a:ext cx="3124934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30">
            <a:extLst>
              <a:ext uri="{FF2B5EF4-FFF2-40B4-BE49-F238E27FC236}">
                <a16:creationId xmlns:a16="http://schemas.microsoft.com/office/drawing/2014/main" id="{52DBCCDB-5EAD-73A2-7911-8AF50B29DC4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1981200" y="5495114"/>
            <a:ext cx="3124934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0">
            <a:extLst>
              <a:ext uri="{FF2B5EF4-FFF2-40B4-BE49-F238E27FC236}">
                <a16:creationId xmlns:a16="http://schemas.microsoft.com/office/drawing/2014/main" id="{90D5656D-B16A-18B1-A790-538AB817A94E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1981200" y="5675906"/>
            <a:ext cx="3124934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3" name="Group">
            <a:extLst>
              <a:ext uri="{FF2B5EF4-FFF2-40B4-BE49-F238E27FC236}">
                <a16:creationId xmlns:a16="http://schemas.microsoft.com/office/drawing/2014/main" id="{732179A9-275F-FEF3-042C-4AB3B9CBCA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48218" y="1974220"/>
            <a:ext cx="7173381" cy="2377440"/>
            <a:chOff x="411163" y="2240280"/>
            <a:chExt cx="6446837" cy="2377440"/>
          </a:xfrm>
        </p:grpSpPr>
        <p:sp>
          <p:nvSpPr>
            <p:cNvPr id="24" name="Rectangle">
              <a:extLst>
                <a:ext uri="{FF2B5EF4-FFF2-40B4-BE49-F238E27FC236}">
                  <a16:creationId xmlns:a16="http://schemas.microsoft.com/office/drawing/2014/main" id="{B785B252-84B5-5634-9FB4-0C23629312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411163" y="2240280"/>
              <a:ext cx="6446837" cy="2377440"/>
            </a:xfrm>
            <a:prstGeom prst="rect">
              <a:avLst/>
            </a:prstGeom>
            <a:noFill/>
            <a:ln w="19050" cap="flat">
              <a:solidFill>
                <a:srgbClr val="FFCC01"/>
              </a:solidFill>
              <a:miter lim="800000"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00000"/>
                </a:lnSpc>
              </a:pPr>
              <a:endParaRPr lang="en-US" sz="1600"/>
            </a:p>
          </p:txBody>
        </p:sp>
        <p:cxnSp>
          <p:nvCxnSpPr>
            <p:cNvPr id="25" name="Line">
              <a:extLst>
                <a:ext uri="{FF2B5EF4-FFF2-40B4-BE49-F238E27FC236}">
                  <a16:creationId xmlns:a16="http://schemas.microsoft.com/office/drawing/2014/main" id="{1DF8A784-7C74-A05E-2009-0B4EC38FF5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11163" y="3931920"/>
              <a:ext cx="6446837" cy="0"/>
            </a:xfrm>
            <a:prstGeom prst="line">
              <a:avLst/>
            </a:prstGeom>
            <a:ln w="19050" cap="flat">
              <a:solidFill>
                <a:srgbClr val="FFCC0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  <p:cxnSp>
          <p:nvCxnSpPr>
            <p:cNvPr id="26" name="Line">
              <a:extLst>
                <a:ext uri="{FF2B5EF4-FFF2-40B4-BE49-F238E27FC236}">
                  <a16:creationId xmlns:a16="http://schemas.microsoft.com/office/drawing/2014/main" id="{2E02CEE1-988F-0417-BE5F-BA01AFD1B2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274795" y="3931920"/>
              <a:ext cx="0" cy="685800"/>
            </a:xfrm>
            <a:prstGeom prst="line">
              <a:avLst/>
            </a:prstGeom>
            <a:ln w="19050" cap="flat">
              <a:solidFill>
                <a:srgbClr val="FFCC0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</p:grpSp>
      <p:sp>
        <p:nvSpPr>
          <p:cNvPr id="27" name="Title 1">
            <a:extLst>
              <a:ext uri="{FF2B5EF4-FFF2-40B4-BE49-F238E27FC236}">
                <a16:creationId xmlns:a16="http://schemas.microsoft.com/office/drawing/2014/main" id="{63A7B886-8E04-5007-BB32-A7D7AE38413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4401" y="2202820"/>
            <a:ext cx="6429374" cy="1325880"/>
          </a:xfrm>
        </p:spPr>
        <p:txBody>
          <a:bodyPr anchor="t" anchorCtr="0"/>
          <a:lstStyle>
            <a:lvl1pPr algn="l">
              <a:lnSpc>
                <a:spcPct val="80000"/>
              </a:lnSpc>
              <a:defRPr sz="3600"/>
            </a:lvl1pPr>
          </a:lstStyle>
          <a:p>
            <a:r>
              <a:rPr lang="en-US"/>
              <a:t>Presentation title</a:t>
            </a:r>
            <a:br>
              <a:rPr lang="en-US"/>
            </a:br>
            <a:r>
              <a:rPr lang="en-US"/>
              <a:t>PRESENTATION TITLE</a:t>
            </a:r>
            <a:br>
              <a:rPr lang="en-US"/>
            </a:br>
            <a:r>
              <a:rPr lang="en-US"/>
              <a:t>THREE LINES MAX</a:t>
            </a:r>
          </a:p>
        </p:txBody>
      </p:sp>
      <p:sp>
        <p:nvSpPr>
          <p:cNvPr id="28" name="Subtitle 2">
            <a:extLst>
              <a:ext uri="{FF2B5EF4-FFF2-40B4-BE49-F238E27FC236}">
                <a16:creationId xmlns:a16="http://schemas.microsoft.com/office/drawing/2014/main" id="{378B44EF-38A4-9707-9ED0-23F22C855CA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1" y="3784732"/>
            <a:ext cx="3565524" cy="457200"/>
          </a:xfrm>
        </p:spPr>
        <p:txBody>
          <a:bodyPr anchor="ctr" anchorCtr="0"/>
          <a:lstStyle>
            <a:lvl1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  <a:lvl2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2pPr>
            <a:lvl3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3pPr>
            <a:lvl4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4pPr>
            <a:lvl5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5pPr>
            <a:lvl6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6pPr>
            <a:lvl7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7pPr>
            <a:lvl8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8pPr>
            <a:lvl9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9pPr>
          </a:lstStyle>
          <a:p>
            <a:r>
              <a:rPr lang="en-US"/>
              <a:t>[Presentation subtitle/description]</a:t>
            </a:r>
          </a:p>
        </p:txBody>
      </p:sp>
      <p:sp>
        <p:nvSpPr>
          <p:cNvPr id="29" name="Text Placeholder 3">
            <a:extLst>
              <a:ext uri="{FF2B5EF4-FFF2-40B4-BE49-F238E27FC236}">
                <a16:creationId xmlns:a16="http://schemas.microsoft.com/office/drawing/2014/main" id="{6EB225BD-8BA1-27E0-7708-54249ED7D35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12079" y="3784732"/>
            <a:ext cx="2131695" cy="457200"/>
          </a:xfrm>
        </p:spPr>
        <p:txBody>
          <a:bodyPr anchor="ctr" anchorCtr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1pPr>
            <a:lvl2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2pPr>
            <a:lvl3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3pPr>
            <a:lvl4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4pPr>
            <a:lvl5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5pPr>
            <a:lvl6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6pPr>
            <a:lvl7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7pPr>
            <a:lvl8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8pPr>
            <a:lvl9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[00 Month 0000]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7DA15189-0EE0-5679-2F6C-19C49A630D8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  <p:sp>
        <p:nvSpPr>
          <p:cNvPr id="2" name="Rectangle 15">
            <a:extLst>
              <a:ext uri="{FF2B5EF4-FFF2-40B4-BE49-F238E27FC236}">
                <a16:creationId xmlns:a16="http://schemas.microsoft.com/office/drawing/2014/main" id="{D4C88638-6856-0BEB-48E7-78E46B7E57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6840" y="6657945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DCC2702-2764-1DE3-1940-31386289C0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6840" y="0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</p:spTree>
    <p:extLst>
      <p:ext uri="{BB962C8B-B14F-4D97-AF65-F5344CB8AC3E}">
        <p14:creationId xmlns:p14="http://schemas.microsoft.com/office/powerpoint/2010/main" val="327327242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600198"/>
            <a:ext cx="6795136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FBB89F-F200-3967-06C8-C1B71C7F0FF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8640" y="6629400"/>
            <a:ext cx="822960" cy="228600"/>
          </a:xfrm>
        </p:spPr>
        <p:txBody>
          <a:bodyPr lIns="0"/>
          <a:lstStyle/>
          <a:p>
            <a:fld id="{971AFA9C-17DA-4726-B9E3-ADECF7729AF7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C0BAD3-337A-DC60-A7ED-BF13F082626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245104" y="6629400"/>
            <a:ext cx="399210" cy="228600"/>
          </a:xfrm>
        </p:spPr>
        <p:txBody>
          <a:bodyPr rIns="0"/>
          <a:lstStyle/>
          <a:p>
            <a:fld id="{79D051F2-C7C4-43BD-B552-C78CE0DE41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81541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39" y="1600200"/>
            <a:ext cx="536448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78879" y="1600200"/>
            <a:ext cx="536448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43576077-E818-BDF1-A607-CD8784277F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AFA9C-17DA-4726-B9E3-ADECF7729AF7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B9DE45-E855-FE62-197B-32BBD9BBBA5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9D051F2-C7C4-43BD-B552-C78CE0DE41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3485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A9713ED7-122D-D0BC-7C53-E1C615A94F8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39" y="1600200"/>
            <a:ext cx="3450336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70832" y="1600200"/>
            <a:ext cx="3450336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8193023" y="1600200"/>
            <a:ext cx="3450336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7645ED9-A46E-B9F8-0D30-36DF4C37823A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971AFA9C-17DA-4726-B9E3-ADECF7729AF7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7D0D458-416D-011B-0311-0C2B249BFF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D051F2-C7C4-43BD-B552-C78CE0DE41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83259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561ED6E9-4BFC-F986-93E1-1249E94D97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41" y="1600200"/>
            <a:ext cx="2499359" cy="4572000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13761" y="1600200"/>
            <a:ext cx="2499359" cy="4572000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278881" y="1600200"/>
            <a:ext cx="2499359" cy="4572000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144001" y="1600200"/>
            <a:ext cx="2499359" cy="4572000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99E75897-C7CA-D608-954E-EA24E33CBEB8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971AFA9C-17DA-4726-B9E3-ADECF7729AF7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F00C8CD-D32C-E34D-BB8E-34B4CB816D3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79D051F2-C7C4-43BD-B552-C78CE0DE41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48676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561ED6E9-4BFC-F986-93E1-1249E94D97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2FDCDCBF-BE41-ACC6-2307-F24F0B601969}"/>
              </a:ext>
            </a:extLst>
          </p:cNvPr>
          <p:cNvSpPr>
            <a:spLocks noGrp="1" noChangeAspect="1"/>
          </p:cNvSpPr>
          <p:nvPr>
            <p:ph type="pic" sz="quarter" idx="12" hasCustomPrompt="1"/>
          </p:nvPr>
        </p:nvSpPr>
        <p:spPr>
          <a:xfrm>
            <a:off x="548640" y="1600200"/>
            <a:ext cx="557784" cy="555498"/>
          </a:xfrm>
        </p:spPr>
        <p:txBody>
          <a:bodyPr anchor="ctr" anchorCtr="0"/>
          <a:lstStyle>
            <a:lvl1pPr marL="0" indent="0" algn="ctr">
              <a:buFontTx/>
              <a:buNone/>
              <a:defRPr sz="800"/>
            </a:lvl1pPr>
          </a:lstStyle>
          <a:p>
            <a:r>
              <a:rPr lang="en-US"/>
              <a:t>[Icon]</a:t>
            </a:r>
          </a:p>
        </p:txBody>
      </p:sp>
      <p:sp>
        <p:nvSpPr>
          <p:cNvPr id="3" name="Content Placeholder 3"/>
          <p:cNvSpPr>
            <a:spLocks noGrp="1"/>
          </p:cNvSpPr>
          <p:nvPr>
            <p:ph sz="half" idx="1"/>
          </p:nvPr>
        </p:nvSpPr>
        <p:spPr>
          <a:xfrm>
            <a:off x="548641" y="2285998"/>
            <a:ext cx="2499359" cy="3886202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C7652FE0-2E63-C05D-5D80-EE5429B0A7EE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3413760" y="1600200"/>
            <a:ext cx="557784" cy="557784"/>
          </a:xfrm>
        </p:spPr>
        <p:txBody>
          <a:bodyPr anchor="ctr" anchorCtr="0"/>
          <a:lstStyle>
            <a:lvl1pPr marL="0" indent="0" algn="ctr">
              <a:buFontTx/>
              <a:buNone/>
              <a:defRPr sz="800"/>
            </a:lvl1pPr>
          </a:lstStyle>
          <a:p>
            <a:r>
              <a:rPr lang="en-US"/>
              <a:t>[Icon]</a:t>
            </a:r>
          </a:p>
        </p:txBody>
      </p:sp>
      <p:sp>
        <p:nvSpPr>
          <p:cNvPr id="4" name="Content Placeholder 5"/>
          <p:cNvSpPr>
            <a:spLocks noGrp="1"/>
          </p:cNvSpPr>
          <p:nvPr>
            <p:ph sz="half" idx="2"/>
          </p:nvPr>
        </p:nvSpPr>
        <p:spPr>
          <a:xfrm>
            <a:off x="3413761" y="2285998"/>
            <a:ext cx="2499359" cy="3886202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B76F3E0A-3A89-0179-6808-7B86658B2939}"/>
              </a:ext>
            </a:extLst>
          </p:cNvPr>
          <p:cNvSpPr>
            <a:spLocks noGrp="1" noChangeAspect="1"/>
          </p:cNvSpPr>
          <p:nvPr>
            <p:ph type="pic" sz="quarter" idx="14" hasCustomPrompt="1"/>
          </p:nvPr>
        </p:nvSpPr>
        <p:spPr>
          <a:xfrm>
            <a:off x="6278880" y="1600200"/>
            <a:ext cx="557784" cy="557784"/>
          </a:xfrm>
        </p:spPr>
        <p:txBody>
          <a:bodyPr anchor="ctr" anchorCtr="0"/>
          <a:lstStyle>
            <a:lvl1pPr marL="0" indent="0" algn="ctr">
              <a:buFontTx/>
              <a:buNone/>
              <a:defRPr sz="800"/>
            </a:lvl1pPr>
          </a:lstStyle>
          <a:p>
            <a:r>
              <a:rPr lang="en-US"/>
              <a:t>[Icon]</a:t>
            </a:r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278881" y="2285998"/>
            <a:ext cx="2499359" cy="3886202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Picture Placeholder 8">
            <a:extLst>
              <a:ext uri="{FF2B5EF4-FFF2-40B4-BE49-F238E27FC236}">
                <a16:creationId xmlns:a16="http://schemas.microsoft.com/office/drawing/2014/main" id="{83E5AF74-1A89-50D1-F570-2D5345102584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9144000" y="1600200"/>
            <a:ext cx="557784" cy="557784"/>
          </a:xfrm>
        </p:spPr>
        <p:txBody>
          <a:bodyPr anchor="ctr" anchorCtr="0"/>
          <a:lstStyle>
            <a:lvl1pPr marL="0" indent="0" algn="ctr">
              <a:buFontTx/>
              <a:buNone/>
              <a:defRPr sz="800"/>
            </a:lvl1pPr>
          </a:lstStyle>
          <a:p>
            <a:r>
              <a:rPr lang="en-US"/>
              <a:t>[Icon]</a:t>
            </a:r>
          </a:p>
        </p:txBody>
      </p:sp>
      <p:sp>
        <p:nvSpPr>
          <p:cNvPr id="5" name="Content Placeholder 9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144001" y="2285998"/>
            <a:ext cx="2499359" cy="3886202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8B7C8174-B194-B25B-91AA-597E72C81310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971AFA9C-17DA-4726-B9E3-ADECF7729AF7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089FF259-217B-3F10-C738-AE2C6A9EE83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79D051F2-C7C4-43BD-B552-C78CE0DE41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75082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4 Numbers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354C21BF-3440-8CAE-0A59-466346C771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cxnSp>
        <p:nvCxnSpPr>
          <p:cNvPr id="15" name="Line">
            <a:extLst>
              <a:ext uri="{FF2B5EF4-FFF2-40B4-BE49-F238E27FC236}">
                <a16:creationId xmlns:a16="http://schemas.microsoft.com/office/drawing/2014/main" id="{8412A77E-32D6-ECE7-C58C-21E3C08D8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4864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3" name="TextBox">
            <a:extLst>
              <a:ext uri="{FF2B5EF4-FFF2-40B4-BE49-F238E27FC236}">
                <a16:creationId xmlns:a16="http://schemas.microsoft.com/office/drawing/2014/main" id="{AF47D3F9-758C-0713-980A-E6E56BBC1088}"/>
              </a:ext>
            </a:extLst>
          </p:cNvPr>
          <p:cNvSpPr txBox="1"/>
          <p:nvPr/>
        </p:nvSpPr>
        <p:spPr>
          <a:xfrm>
            <a:off x="54864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41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FontTx/>
              <a:buNone/>
              <a:defRPr sz="1300">
                <a:solidFill>
                  <a:schemeClr val="tx1"/>
                </a:solidFill>
              </a:defRPr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>
                <a:solidFill>
                  <a:schemeClr val="tx1"/>
                </a:solidFill>
              </a:defRPr>
            </a:lvl2pPr>
            <a:lvl3pPr marL="274320" indent="-137160">
              <a:defRPr sz="1300">
                <a:solidFill>
                  <a:schemeClr val="tx1"/>
                </a:solidFill>
              </a:defRPr>
            </a:lvl3pPr>
            <a:lvl4pPr marL="411480" indent="-137160">
              <a:defRPr sz="1300">
                <a:solidFill>
                  <a:schemeClr val="tx1"/>
                </a:solidFill>
              </a:defRPr>
            </a:lvl4pPr>
            <a:lvl5pPr marL="548640" indent="-137160">
              <a:defRPr sz="1300">
                <a:solidFill>
                  <a:schemeClr val="tx1"/>
                </a:solidFill>
              </a:defRPr>
            </a:lvl5pPr>
            <a:lvl6pPr marL="685800" indent="-137160">
              <a:defRPr sz="1300">
                <a:solidFill>
                  <a:schemeClr val="tx1"/>
                </a:solidFill>
              </a:defRPr>
            </a:lvl6pPr>
            <a:lvl7pPr marL="822960" indent="-137160">
              <a:defRPr sz="1300">
                <a:solidFill>
                  <a:schemeClr val="tx1"/>
                </a:solidFill>
              </a:defRPr>
            </a:lvl7pPr>
            <a:lvl8pPr marL="960120" indent="-137160">
              <a:defRPr sz="1300">
                <a:solidFill>
                  <a:schemeClr val="tx1"/>
                </a:solidFill>
              </a:defRPr>
            </a:lvl8pPr>
            <a:lvl9pPr marL="1097280" indent="-137160">
              <a:defRPr sz="13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D7771284-6191-6AE5-C8DC-E26F4DD280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41376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0" name="TextBox">
            <a:extLst>
              <a:ext uri="{FF2B5EF4-FFF2-40B4-BE49-F238E27FC236}">
                <a16:creationId xmlns:a16="http://schemas.microsoft.com/office/drawing/2014/main" id="{0D9A8745-BD6D-12B2-16DF-02CB2BB85704}"/>
              </a:ext>
            </a:extLst>
          </p:cNvPr>
          <p:cNvSpPr txBox="1"/>
          <p:nvPr/>
        </p:nvSpPr>
        <p:spPr>
          <a:xfrm>
            <a:off x="341376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02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13761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>
                <a:solidFill>
                  <a:schemeClr val="tx1"/>
                </a:solidFill>
              </a:defRPr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>
                <a:solidFill>
                  <a:schemeClr val="tx1"/>
                </a:solidFill>
              </a:defRPr>
            </a:lvl2pPr>
            <a:lvl3pPr marL="274320" indent="-137160">
              <a:defRPr sz="1300">
                <a:solidFill>
                  <a:schemeClr val="tx1"/>
                </a:solidFill>
              </a:defRPr>
            </a:lvl3pPr>
            <a:lvl4pPr marL="411480" indent="-137160">
              <a:defRPr sz="1300">
                <a:solidFill>
                  <a:schemeClr val="tx1"/>
                </a:solidFill>
              </a:defRPr>
            </a:lvl4pPr>
            <a:lvl5pPr marL="548640" indent="-137160">
              <a:defRPr sz="1300">
                <a:solidFill>
                  <a:schemeClr val="tx1"/>
                </a:solidFill>
              </a:defRPr>
            </a:lvl5pPr>
            <a:lvl6pPr marL="685800" indent="-137160">
              <a:defRPr sz="1300">
                <a:solidFill>
                  <a:schemeClr val="tx1"/>
                </a:solidFill>
              </a:defRPr>
            </a:lvl6pPr>
            <a:lvl7pPr marL="822960" indent="-137160">
              <a:defRPr sz="1300">
                <a:solidFill>
                  <a:schemeClr val="tx1"/>
                </a:solidFill>
              </a:defRPr>
            </a:lvl7pPr>
            <a:lvl8pPr marL="960120" indent="-137160">
              <a:defRPr sz="1300">
                <a:solidFill>
                  <a:schemeClr val="tx1"/>
                </a:solidFill>
              </a:defRPr>
            </a:lvl8pPr>
            <a:lvl9pPr marL="1097280" indent="-137160">
              <a:defRPr sz="13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Line">
            <a:extLst>
              <a:ext uri="{FF2B5EF4-FFF2-40B4-BE49-F238E27FC236}">
                <a16:creationId xmlns:a16="http://schemas.microsoft.com/office/drawing/2014/main" id="{7F3E6C41-3F3A-5394-DD39-6844F7E13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27888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2" name="TextBox">
            <a:extLst>
              <a:ext uri="{FF2B5EF4-FFF2-40B4-BE49-F238E27FC236}">
                <a16:creationId xmlns:a16="http://schemas.microsoft.com/office/drawing/2014/main" id="{BBB1FB2A-A05A-0E6A-2901-52A7D695A891}"/>
              </a:ext>
            </a:extLst>
          </p:cNvPr>
          <p:cNvSpPr txBox="1"/>
          <p:nvPr/>
        </p:nvSpPr>
        <p:spPr>
          <a:xfrm>
            <a:off x="627888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03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278881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>
                <a:solidFill>
                  <a:schemeClr val="tx1"/>
                </a:solidFill>
              </a:defRPr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>
                <a:solidFill>
                  <a:schemeClr val="tx1"/>
                </a:solidFill>
              </a:defRPr>
            </a:lvl2pPr>
            <a:lvl3pPr marL="274320" indent="-137160">
              <a:defRPr sz="1300">
                <a:solidFill>
                  <a:schemeClr val="tx1"/>
                </a:solidFill>
              </a:defRPr>
            </a:lvl3pPr>
            <a:lvl4pPr marL="411480" indent="-137160">
              <a:defRPr sz="1300">
                <a:solidFill>
                  <a:schemeClr val="tx1"/>
                </a:solidFill>
              </a:defRPr>
            </a:lvl4pPr>
            <a:lvl5pPr marL="548640" indent="-137160">
              <a:defRPr sz="1300">
                <a:solidFill>
                  <a:schemeClr val="tx1"/>
                </a:solidFill>
              </a:defRPr>
            </a:lvl5pPr>
            <a:lvl6pPr marL="685800" indent="-137160">
              <a:defRPr sz="1300">
                <a:solidFill>
                  <a:schemeClr val="tx1"/>
                </a:solidFill>
              </a:defRPr>
            </a:lvl6pPr>
            <a:lvl7pPr marL="822960" indent="-137160">
              <a:defRPr sz="1300">
                <a:solidFill>
                  <a:schemeClr val="tx1"/>
                </a:solidFill>
              </a:defRPr>
            </a:lvl7pPr>
            <a:lvl8pPr marL="960120" indent="-137160">
              <a:defRPr sz="1300">
                <a:solidFill>
                  <a:schemeClr val="tx1"/>
                </a:solidFill>
              </a:defRPr>
            </a:lvl8pPr>
            <a:lvl9pPr marL="1097280" indent="-137160">
              <a:defRPr sz="13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4" name="Line">
            <a:extLst>
              <a:ext uri="{FF2B5EF4-FFF2-40B4-BE49-F238E27FC236}">
                <a16:creationId xmlns:a16="http://schemas.microsoft.com/office/drawing/2014/main" id="{FE115B30-3E6D-E823-531E-BB5BAA19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914400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6" name="TextBox">
            <a:extLst>
              <a:ext uri="{FF2B5EF4-FFF2-40B4-BE49-F238E27FC236}">
                <a16:creationId xmlns:a16="http://schemas.microsoft.com/office/drawing/2014/main" id="{694F0353-A0DD-9642-BDD7-8FC612070822}"/>
              </a:ext>
            </a:extLst>
          </p:cNvPr>
          <p:cNvSpPr txBox="1"/>
          <p:nvPr/>
        </p:nvSpPr>
        <p:spPr>
          <a:xfrm>
            <a:off x="914400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04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144001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>
                <a:solidFill>
                  <a:schemeClr val="tx1"/>
                </a:solidFill>
              </a:defRPr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>
                <a:solidFill>
                  <a:schemeClr val="tx1"/>
                </a:solidFill>
              </a:defRPr>
            </a:lvl2pPr>
            <a:lvl3pPr marL="274320" indent="-137160">
              <a:defRPr sz="1300">
                <a:solidFill>
                  <a:schemeClr val="tx1"/>
                </a:solidFill>
              </a:defRPr>
            </a:lvl3pPr>
            <a:lvl4pPr marL="411480" indent="-137160">
              <a:defRPr sz="1300">
                <a:solidFill>
                  <a:schemeClr val="tx1"/>
                </a:solidFill>
              </a:defRPr>
            </a:lvl4pPr>
            <a:lvl5pPr marL="548640" indent="-137160">
              <a:defRPr sz="1300">
                <a:solidFill>
                  <a:schemeClr val="tx1"/>
                </a:solidFill>
              </a:defRPr>
            </a:lvl5pPr>
            <a:lvl6pPr marL="685800" indent="-137160">
              <a:defRPr sz="1300">
                <a:solidFill>
                  <a:schemeClr val="tx1"/>
                </a:solidFill>
              </a:defRPr>
            </a:lvl6pPr>
            <a:lvl7pPr marL="822960" indent="-137160">
              <a:defRPr sz="1300">
                <a:solidFill>
                  <a:schemeClr val="tx1"/>
                </a:solidFill>
              </a:defRPr>
            </a:lvl7pPr>
            <a:lvl8pPr marL="960120" indent="-137160">
              <a:defRPr sz="1300">
                <a:solidFill>
                  <a:schemeClr val="tx1"/>
                </a:solidFill>
              </a:defRPr>
            </a:lvl8pPr>
            <a:lvl9pPr marL="1097280" indent="-137160">
              <a:defRPr sz="13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B012D9A-AE72-0239-7D2F-3E585FB16AD8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971AFA9C-17DA-4726-B9E3-ADECF7729AF7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D07D52D1-634D-ECD5-045A-38F96B973AD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79D051F2-C7C4-43BD-B552-C78CE0DE4128}" type="slidenum">
              <a:rPr lang="en-US" smtClean="0"/>
              <a:t>‹#›</a:t>
            </a:fld>
            <a:endParaRPr lang="en-US"/>
          </a:p>
        </p:txBody>
      </p:sp>
      <p:sp>
        <p:nvSpPr>
          <p:cNvPr id="21" name="Rectangle 15">
            <a:extLst>
              <a:ext uri="{FF2B5EF4-FFF2-40B4-BE49-F238E27FC236}">
                <a16:creationId xmlns:a16="http://schemas.microsoft.com/office/drawing/2014/main" id="{DEB0DA69-FBF7-5C40-833F-1B7B11772F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6840" y="6657945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597C6E0-6809-7398-D956-E5305EC75B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6840" y="0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584E015-ECF9-BB95-F3AC-0C50F66718F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396638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 Numbers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6D6FD270-DB0B-36F0-B138-75209607ED7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cxnSp>
        <p:nvCxnSpPr>
          <p:cNvPr id="15" name="Line">
            <a:extLst>
              <a:ext uri="{FF2B5EF4-FFF2-40B4-BE49-F238E27FC236}">
                <a16:creationId xmlns:a16="http://schemas.microsoft.com/office/drawing/2014/main" id="{8412A77E-32D6-ECE7-C58C-21E3C08D8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4864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3" name="TextBox">
            <a:extLst>
              <a:ext uri="{FF2B5EF4-FFF2-40B4-BE49-F238E27FC236}">
                <a16:creationId xmlns:a16="http://schemas.microsoft.com/office/drawing/2014/main" id="{AF47D3F9-758C-0713-980A-E6E56BBC1088}"/>
              </a:ext>
            </a:extLst>
          </p:cNvPr>
          <p:cNvSpPr txBox="1"/>
          <p:nvPr/>
        </p:nvSpPr>
        <p:spPr>
          <a:xfrm>
            <a:off x="54864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41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FontTx/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D7771284-6191-6AE5-C8DC-E26F4DD280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41376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0" name="TextBox">
            <a:extLst>
              <a:ext uri="{FF2B5EF4-FFF2-40B4-BE49-F238E27FC236}">
                <a16:creationId xmlns:a16="http://schemas.microsoft.com/office/drawing/2014/main" id="{0D9A8745-BD6D-12B2-16DF-02CB2BB85704}"/>
              </a:ext>
            </a:extLst>
          </p:cNvPr>
          <p:cNvSpPr txBox="1"/>
          <p:nvPr/>
        </p:nvSpPr>
        <p:spPr>
          <a:xfrm>
            <a:off x="341376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02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13761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Line">
            <a:extLst>
              <a:ext uri="{FF2B5EF4-FFF2-40B4-BE49-F238E27FC236}">
                <a16:creationId xmlns:a16="http://schemas.microsoft.com/office/drawing/2014/main" id="{7F3E6C41-3F3A-5394-DD39-6844F7E13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27888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2" name="TextBox">
            <a:extLst>
              <a:ext uri="{FF2B5EF4-FFF2-40B4-BE49-F238E27FC236}">
                <a16:creationId xmlns:a16="http://schemas.microsoft.com/office/drawing/2014/main" id="{BBB1FB2A-A05A-0E6A-2901-52A7D695A891}"/>
              </a:ext>
            </a:extLst>
          </p:cNvPr>
          <p:cNvSpPr txBox="1"/>
          <p:nvPr/>
        </p:nvSpPr>
        <p:spPr>
          <a:xfrm>
            <a:off x="627888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03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278881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4" name="Line">
            <a:extLst>
              <a:ext uri="{FF2B5EF4-FFF2-40B4-BE49-F238E27FC236}">
                <a16:creationId xmlns:a16="http://schemas.microsoft.com/office/drawing/2014/main" id="{FE115B30-3E6D-E823-531E-BB5BAA19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914400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6" name="TextBox">
            <a:extLst>
              <a:ext uri="{FF2B5EF4-FFF2-40B4-BE49-F238E27FC236}">
                <a16:creationId xmlns:a16="http://schemas.microsoft.com/office/drawing/2014/main" id="{694F0353-A0DD-9642-BDD7-8FC612070822}"/>
              </a:ext>
            </a:extLst>
          </p:cNvPr>
          <p:cNvSpPr txBox="1"/>
          <p:nvPr/>
        </p:nvSpPr>
        <p:spPr>
          <a:xfrm>
            <a:off x="914400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04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144001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BE669241-96AF-C7FA-0BE4-6592ABD25879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971AFA9C-17DA-4726-B9E3-ADECF7729AF7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A6C2643F-F661-8B8E-E36F-1F135C6F65B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79D051F2-C7C4-43BD-B552-C78CE0DE41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25510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8 Numbers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AEEBA188-82A1-2FC4-842F-8120003B65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cxnSp>
        <p:nvCxnSpPr>
          <p:cNvPr id="15" name="Line">
            <a:extLst>
              <a:ext uri="{FF2B5EF4-FFF2-40B4-BE49-F238E27FC236}">
                <a16:creationId xmlns:a16="http://schemas.microsoft.com/office/drawing/2014/main" id="{8412A77E-32D6-ECE7-C58C-21E3C08D8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4864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3" name="TextBox">
            <a:extLst>
              <a:ext uri="{FF2B5EF4-FFF2-40B4-BE49-F238E27FC236}">
                <a16:creationId xmlns:a16="http://schemas.microsoft.com/office/drawing/2014/main" id="{AF47D3F9-758C-0713-980A-E6E56BBC1088}"/>
              </a:ext>
            </a:extLst>
          </p:cNvPr>
          <p:cNvSpPr txBox="1"/>
          <p:nvPr/>
        </p:nvSpPr>
        <p:spPr>
          <a:xfrm>
            <a:off x="54864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41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D7771284-6191-6AE5-C8DC-E26F4DD280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41376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0" name="TextBox">
            <a:extLst>
              <a:ext uri="{FF2B5EF4-FFF2-40B4-BE49-F238E27FC236}">
                <a16:creationId xmlns:a16="http://schemas.microsoft.com/office/drawing/2014/main" id="{0D9A8745-BD6D-12B2-16DF-02CB2BB85704}"/>
              </a:ext>
            </a:extLst>
          </p:cNvPr>
          <p:cNvSpPr txBox="1"/>
          <p:nvPr/>
        </p:nvSpPr>
        <p:spPr>
          <a:xfrm>
            <a:off x="341376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02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13761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Line">
            <a:extLst>
              <a:ext uri="{FF2B5EF4-FFF2-40B4-BE49-F238E27FC236}">
                <a16:creationId xmlns:a16="http://schemas.microsoft.com/office/drawing/2014/main" id="{7F3E6C41-3F3A-5394-DD39-6844F7E13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27888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2" name="TextBox">
            <a:extLst>
              <a:ext uri="{FF2B5EF4-FFF2-40B4-BE49-F238E27FC236}">
                <a16:creationId xmlns:a16="http://schemas.microsoft.com/office/drawing/2014/main" id="{BBB1FB2A-A05A-0E6A-2901-52A7D695A891}"/>
              </a:ext>
            </a:extLst>
          </p:cNvPr>
          <p:cNvSpPr txBox="1"/>
          <p:nvPr/>
        </p:nvSpPr>
        <p:spPr>
          <a:xfrm>
            <a:off x="627888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03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278881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4" name="Line">
            <a:extLst>
              <a:ext uri="{FF2B5EF4-FFF2-40B4-BE49-F238E27FC236}">
                <a16:creationId xmlns:a16="http://schemas.microsoft.com/office/drawing/2014/main" id="{FE115B30-3E6D-E823-531E-BB5BAA19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914400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6" name="TextBox">
            <a:extLst>
              <a:ext uri="{FF2B5EF4-FFF2-40B4-BE49-F238E27FC236}">
                <a16:creationId xmlns:a16="http://schemas.microsoft.com/office/drawing/2014/main" id="{694F0353-A0DD-9642-BDD7-8FC612070822}"/>
              </a:ext>
            </a:extLst>
          </p:cNvPr>
          <p:cNvSpPr txBox="1"/>
          <p:nvPr/>
        </p:nvSpPr>
        <p:spPr>
          <a:xfrm>
            <a:off x="914400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04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144001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Line">
            <a:extLst>
              <a:ext uri="{FF2B5EF4-FFF2-40B4-BE49-F238E27FC236}">
                <a16:creationId xmlns:a16="http://schemas.microsoft.com/office/drawing/2014/main" id="{1A90E933-723C-D9CC-B7AB-3043EDAB63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48640" y="3886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8" name="TextBox">
            <a:extLst>
              <a:ext uri="{FF2B5EF4-FFF2-40B4-BE49-F238E27FC236}">
                <a16:creationId xmlns:a16="http://schemas.microsoft.com/office/drawing/2014/main" id="{8E3B414F-BCCF-E0E0-A5B7-9D21FED7A614}"/>
              </a:ext>
            </a:extLst>
          </p:cNvPr>
          <p:cNvSpPr txBox="1"/>
          <p:nvPr/>
        </p:nvSpPr>
        <p:spPr>
          <a:xfrm>
            <a:off x="548641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05</a:t>
            </a:r>
          </a:p>
        </p:txBody>
      </p:sp>
      <p:sp>
        <p:nvSpPr>
          <p:cNvPr id="18" name="Content Placeholder 6">
            <a:extLst>
              <a:ext uri="{FF2B5EF4-FFF2-40B4-BE49-F238E27FC236}">
                <a16:creationId xmlns:a16="http://schemas.microsoft.com/office/drawing/2014/main" id="{5731522F-82BF-A739-FBD5-84B13AFCBF10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548641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9" name="Line">
            <a:extLst>
              <a:ext uri="{FF2B5EF4-FFF2-40B4-BE49-F238E27FC236}">
                <a16:creationId xmlns:a16="http://schemas.microsoft.com/office/drawing/2014/main" id="{B07AB9A6-54AF-4DC6-E298-2E576695A6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413760" y="3886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0" name="TextBox">
            <a:extLst>
              <a:ext uri="{FF2B5EF4-FFF2-40B4-BE49-F238E27FC236}">
                <a16:creationId xmlns:a16="http://schemas.microsoft.com/office/drawing/2014/main" id="{E79A49CF-30B2-91DC-6BCA-2A41DD4CBF09}"/>
              </a:ext>
            </a:extLst>
          </p:cNvPr>
          <p:cNvSpPr txBox="1"/>
          <p:nvPr/>
        </p:nvSpPr>
        <p:spPr>
          <a:xfrm>
            <a:off x="3413761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06</a:t>
            </a:r>
          </a:p>
        </p:txBody>
      </p:sp>
      <p:sp>
        <p:nvSpPr>
          <p:cNvPr id="25" name="Content Placeholder 7">
            <a:extLst>
              <a:ext uri="{FF2B5EF4-FFF2-40B4-BE49-F238E27FC236}">
                <a16:creationId xmlns:a16="http://schemas.microsoft.com/office/drawing/2014/main" id="{5FE6691B-ACEF-8803-7DC3-70B52F899908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3413761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1" name="Line">
            <a:extLst>
              <a:ext uri="{FF2B5EF4-FFF2-40B4-BE49-F238E27FC236}">
                <a16:creationId xmlns:a16="http://schemas.microsoft.com/office/drawing/2014/main" id="{DE9CD609-8A04-24B8-B562-11703E18D2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278880" y="3886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2" name="TextBox">
            <a:extLst>
              <a:ext uri="{FF2B5EF4-FFF2-40B4-BE49-F238E27FC236}">
                <a16:creationId xmlns:a16="http://schemas.microsoft.com/office/drawing/2014/main" id="{7C5E0031-266F-D418-0BAB-9BD3C4F1EC3F}"/>
              </a:ext>
            </a:extLst>
          </p:cNvPr>
          <p:cNvSpPr txBox="1"/>
          <p:nvPr/>
        </p:nvSpPr>
        <p:spPr>
          <a:xfrm>
            <a:off x="6278881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07</a:t>
            </a:r>
          </a:p>
        </p:txBody>
      </p:sp>
      <p:sp>
        <p:nvSpPr>
          <p:cNvPr id="26" name="Content Placeholder 8">
            <a:extLst>
              <a:ext uri="{FF2B5EF4-FFF2-40B4-BE49-F238E27FC236}">
                <a16:creationId xmlns:a16="http://schemas.microsoft.com/office/drawing/2014/main" id="{772BE48E-72DE-7245-BBDA-BF3FEC69BED1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278881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3" name="Line">
            <a:extLst>
              <a:ext uri="{FF2B5EF4-FFF2-40B4-BE49-F238E27FC236}">
                <a16:creationId xmlns:a16="http://schemas.microsoft.com/office/drawing/2014/main" id="{51FB53C0-6EA8-D891-85A3-23EE83EADE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9144000" y="3886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4" name="TextBox">
            <a:extLst>
              <a:ext uri="{FF2B5EF4-FFF2-40B4-BE49-F238E27FC236}">
                <a16:creationId xmlns:a16="http://schemas.microsoft.com/office/drawing/2014/main" id="{6BF9F70B-8D8A-3E73-E423-909DA6A75EB4}"/>
              </a:ext>
            </a:extLst>
          </p:cNvPr>
          <p:cNvSpPr txBox="1"/>
          <p:nvPr/>
        </p:nvSpPr>
        <p:spPr>
          <a:xfrm>
            <a:off x="9144001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08</a:t>
            </a:r>
          </a:p>
        </p:txBody>
      </p:sp>
      <p:sp>
        <p:nvSpPr>
          <p:cNvPr id="27" name="Content Placeholder 9">
            <a:extLst>
              <a:ext uri="{FF2B5EF4-FFF2-40B4-BE49-F238E27FC236}">
                <a16:creationId xmlns:a16="http://schemas.microsoft.com/office/drawing/2014/main" id="{EA060839-AF98-8040-7AE9-8F0D7E00C135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9144001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Date Placeholder 27">
            <a:extLst>
              <a:ext uri="{FF2B5EF4-FFF2-40B4-BE49-F238E27FC236}">
                <a16:creationId xmlns:a16="http://schemas.microsoft.com/office/drawing/2014/main" id="{6E3723B8-B265-6943-67A5-DF3F0D5EC1CD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971AFA9C-17DA-4726-B9E3-ADECF7729AF7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29" name="Slide Number Placeholder 28">
            <a:extLst>
              <a:ext uri="{FF2B5EF4-FFF2-40B4-BE49-F238E27FC236}">
                <a16:creationId xmlns:a16="http://schemas.microsoft.com/office/drawing/2014/main" id="{8D4AF177-759A-A93C-2097-C2C22D93680F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79D051F2-C7C4-43BD-B552-C78CE0DE4128}" type="slidenum">
              <a:rPr lang="en-US" smtClean="0"/>
              <a:t>‹#›</a:t>
            </a:fld>
            <a:endParaRPr lang="en-US"/>
          </a:p>
        </p:txBody>
      </p:sp>
      <p:sp>
        <p:nvSpPr>
          <p:cNvPr id="36" name="Rectangle 15">
            <a:extLst>
              <a:ext uri="{FF2B5EF4-FFF2-40B4-BE49-F238E27FC236}">
                <a16:creationId xmlns:a16="http://schemas.microsoft.com/office/drawing/2014/main" id="{FEDB97C0-F514-9C55-3E16-9FC0105AEF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6840" y="6657945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C06597B-21CB-E031-D41A-B15442D122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6840" y="0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E419FAE-92B3-3B6A-EDE9-C7A373F39B6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106752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3888">
          <p15:clr>
            <a:srgbClr val="A4A3A4"/>
          </p15:clr>
        </p15:guide>
        <p15:guide id="2" orient="horz" pos="1008">
          <p15:clr>
            <a:srgbClr val="A4A3A4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8 Numbers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963F0940-E33E-9D7F-C52B-16CFD0545B2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cxnSp>
        <p:nvCxnSpPr>
          <p:cNvPr id="15" name="Line">
            <a:extLst>
              <a:ext uri="{FF2B5EF4-FFF2-40B4-BE49-F238E27FC236}">
                <a16:creationId xmlns:a16="http://schemas.microsoft.com/office/drawing/2014/main" id="{8412A77E-32D6-ECE7-C58C-21E3C08D8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4864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3" name="TextBox">
            <a:extLst>
              <a:ext uri="{FF2B5EF4-FFF2-40B4-BE49-F238E27FC236}">
                <a16:creationId xmlns:a16="http://schemas.microsoft.com/office/drawing/2014/main" id="{AF47D3F9-758C-0713-980A-E6E56BBC1088}"/>
              </a:ext>
            </a:extLst>
          </p:cNvPr>
          <p:cNvSpPr txBox="1"/>
          <p:nvPr/>
        </p:nvSpPr>
        <p:spPr>
          <a:xfrm>
            <a:off x="54864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41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D7771284-6191-6AE5-C8DC-E26F4DD280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41376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0" name="TextBox">
            <a:extLst>
              <a:ext uri="{FF2B5EF4-FFF2-40B4-BE49-F238E27FC236}">
                <a16:creationId xmlns:a16="http://schemas.microsoft.com/office/drawing/2014/main" id="{0D9A8745-BD6D-12B2-16DF-02CB2BB85704}"/>
              </a:ext>
            </a:extLst>
          </p:cNvPr>
          <p:cNvSpPr txBox="1"/>
          <p:nvPr/>
        </p:nvSpPr>
        <p:spPr>
          <a:xfrm>
            <a:off x="341376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02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13761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Line">
            <a:extLst>
              <a:ext uri="{FF2B5EF4-FFF2-40B4-BE49-F238E27FC236}">
                <a16:creationId xmlns:a16="http://schemas.microsoft.com/office/drawing/2014/main" id="{7F3E6C41-3F3A-5394-DD39-6844F7E13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27888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2" name="TextBox">
            <a:extLst>
              <a:ext uri="{FF2B5EF4-FFF2-40B4-BE49-F238E27FC236}">
                <a16:creationId xmlns:a16="http://schemas.microsoft.com/office/drawing/2014/main" id="{BBB1FB2A-A05A-0E6A-2901-52A7D695A891}"/>
              </a:ext>
            </a:extLst>
          </p:cNvPr>
          <p:cNvSpPr txBox="1"/>
          <p:nvPr/>
        </p:nvSpPr>
        <p:spPr>
          <a:xfrm>
            <a:off x="627888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03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278881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4" name="Line">
            <a:extLst>
              <a:ext uri="{FF2B5EF4-FFF2-40B4-BE49-F238E27FC236}">
                <a16:creationId xmlns:a16="http://schemas.microsoft.com/office/drawing/2014/main" id="{FE115B30-3E6D-E823-531E-BB5BAA19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914400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6" name="TextBox">
            <a:extLst>
              <a:ext uri="{FF2B5EF4-FFF2-40B4-BE49-F238E27FC236}">
                <a16:creationId xmlns:a16="http://schemas.microsoft.com/office/drawing/2014/main" id="{694F0353-A0DD-9642-BDD7-8FC612070822}"/>
              </a:ext>
            </a:extLst>
          </p:cNvPr>
          <p:cNvSpPr txBox="1"/>
          <p:nvPr/>
        </p:nvSpPr>
        <p:spPr>
          <a:xfrm>
            <a:off x="914400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04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144001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Line">
            <a:extLst>
              <a:ext uri="{FF2B5EF4-FFF2-40B4-BE49-F238E27FC236}">
                <a16:creationId xmlns:a16="http://schemas.microsoft.com/office/drawing/2014/main" id="{1A90E933-723C-D9CC-B7AB-3043EDAB63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48640" y="3886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8" name="TextBox">
            <a:extLst>
              <a:ext uri="{FF2B5EF4-FFF2-40B4-BE49-F238E27FC236}">
                <a16:creationId xmlns:a16="http://schemas.microsoft.com/office/drawing/2014/main" id="{8E3B414F-BCCF-E0E0-A5B7-9D21FED7A614}"/>
              </a:ext>
            </a:extLst>
          </p:cNvPr>
          <p:cNvSpPr txBox="1"/>
          <p:nvPr/>
        </p:nvSpPr>
        <p:spPr>
          <a:xfrm>
            <a:off x="548641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05</a:t>
            </a:r>
          </a:p>
        </p:txBody>
      </p:sp>
      <p:sp>
        <p:nvSpPr>
          <p:cNvPr id="18" name="Content Placeholder 6">
            <a:extLst>
              <a:ext uri="{FF2B5EF4-FFF2-40B4-BE49-F238E27FC236}">
                <a16:creationId xmlns:a16="http://schemas.microsoft.com/office/drawing/2014/main" id="{5731522F-82BF-A739-FBD5-84B13AFCBF10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548641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9" name="Line">
            <a:extLst>
              <a:ext uri="{FF2B5EF4-FFF2-40B4-BE49-F238E27FC236}">
                <a16:creationId xmlns:a16="http://schemas.microsoft.com/office/drawing/2014/main" id="{B07AB9A6-54AF-4DC6-E298-2E576695A6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413760" y="3886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0" name="TextBox">
            <a:extLst>
              <a:ext uri="{FF2B5EF4-FFF2-40B4-BE49-F238E27FC236}">
                <a16:creationId xmlns:a16="http://schemas.microsoft.com/office/drawing/2014/main" id="{E79A49CF-30B2-91DC-6BCA-2A41DD4CBF09}"/>
              </a:ext>
            </a:extLst>
          </p:cNvPr>
          <p:cNvSpPr txBox="1"/>
          <p:nvPr/>
        </p:nvSpPr>
        <p:spPr>
          <a:xfrm>
            <a:off x="3413761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06</a:t>
            </a:r>
          </a:p>
        </p:txBody>
      </p:sp>
      <p:sp>
        <p:nvSpPr>
          <p:cNvPr id="25" name="Content Placeholder 7">
            <a:extLst>
              <a:ext uri="{FF2B5EF4-FFF2-40B4-BE49-F238E27FC236}">
                <a16:creationId xmlns:a16="http://schemas.microsoft.com/office/drawing/2014/main" id="{5FE6691B-ACEF-8803-7DC3-70B52F899908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3413761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1" name="Line">
            <a:extLst>
              <a:ext uri="{FF2B5EF4-FFF2-40B4-BE49-F238E27FC236}">
                <a16:creationId xmlns:a16="http://schemas.microsoft.com/office/drawing/2014/main" id="{DE9CD609-8A04-24B8-B562-11703E18D2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278880" y="3886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2" name="TextBox">
            <a:extLst>
              <a:ext uri="{FF2B5EF4-FFF2-40B4-BE49-F238E27FC236}">
                <a16:creationId xmlns:a16="http://schemas.microsoft.com/office/drawing/2014/main" id="{7C5E0031-266F-D418-0BAB-9BD3C4F1EC3F}"/>
              </a:ext>
            </a:extLst>
          </p:cNvPr>
          <p:cNvSpPr txBox="1"/>
          <p:nvPr/>
        </p:nvSpPr>
        <p:spPr>
          <a:xfrm>
            <a:off x="6278881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07</a:t>
            </a:r>
          </a:p>
        </p:txBody>
      </p:sp>
      <p:sp>
        <p:nvSpPr>
          <p:cNvPr id="26" name="Content Placeholder 8">
            <a:extLst>
              <a:ext uri="{FF2B5EF4-FFF2-40B4-BE49-F238E27FC236}">
                <a16:creationId xmlns:a16="http://schemas.microsoft.com/office/drawing/2014/main" id="{772BE48E-72DE-7245-BBDA-BF3FEC69BED1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278881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3" name="Line">
            <a:extLst>
              <a:ext uri="{FF2B5EF4-FFF2-40B4-BE49-F238E27FC236}">
                <a16:creationId xmlns:a16="http://schemas.microsoft.com/office/drawing/2014/main" id="{51FB53C0-6EA8-D891-85A3-23EE83EADE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9144000" y="3886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4" name="TextBox">
            <a:extLst>
              <a:ext uri="{FF2B5EF4-FFF2-40B4-BE49-F238E27FC236}">
                <a16:creationId xmlns:a16="http://schemas.microsoft.com/office/drawing/2014/main" id="{6BF9F70B-8D8A-3E73-E423-909DA6A75EB4}"/>
              </a:ext>
            </a:extLst>
          </p:cNvPr>
          <p:cNvSpPr txBox="1"/>
          <p:nvPr/>
        </p:nvSpPr>
        <p:spPr>
          <a:xfrm>
            <a:off x="9144001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08</a:t>
            </a:r>
          </a:p>
        </p:txBody>
      </p:sp>
      <p:sp>
        <p:nvSpPr>
          <p:cNvPr id="27" name="Content Placeholder 9">
            <a:extLst>
              <a:ext uri="{FF2B5EF4-FFF2-40B4-BE49-F238E27FC236}">
                <a16:creationId xmlns:a16="http://schemas.microsoft.com/office/drawing/2014/main" id="{EA060839-AF98-8040-7AE9-8F0D7E00C135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9144001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Date Placeholder 27">
            <a:extLst>
              <a:ext uri="{FF2B5EF4-FFF2-40B4-BE49-F238E27FC236}">
                <a16:creationId xmlns:a16="http://schemas.microsoft.com/office/drawing/2014/main" id="{4C43927A-9072-62B2-E6B6-C90CC98BD41F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971AFA9C-17DA-4726-B9E3-ADECF7729AF7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29" name="Slide Number Placeholder 28">
            <a:extLst>
              <a:ext uri="{FF2B5EF4-FFF2-40B4-BE49-F238E27FC236}">
                <a16:creationId xmlns:a16="http://schemas.microsoft.com/office/drawing/2014/main" id="{7C0BB974-2130-F29B-EFD0-42CC6056022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79D051F2-C7C4-43BD-B552-C78CE0DE41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08081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A0F3CE13-290E-12C4-BDCA-17CB5BAFF74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228600"/>
            <a:ext cx="12192000" cy="640080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0AF67DC4-909F-6BF0-DB86-8675E25715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FF3D174-1921-7F28-5394-750C376C77F2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971AFA9C-17DA-4726-B9E3-ADECF7729AF7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BD6737-D835-6484-7A3F-BAD2D784E2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D051F2-C7C4-43BD-B552-C78CE0DE4128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4B09A03-7F71-C11F-C219-9F32BF2D5BC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6054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and Image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8640" y="411481"/>
            <a:ext cx="5364480" cy="914400"/>
          </a:xfrm>
        </p:spPr>
        <p:txBody>
          <a:bodyPr/>
          <a:lstStyle>
            <a:lvl1pPr>
              <a:defRPr sz="2800" b="1" cap="none" baseline="0"/>
            </a:lvl1pPr>
          </a:lstStyle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39" y="1600200"/>
            <a:ext cx="536448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DEDA6D-3B28-23A1-C2EE-BBB7617D7DC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971AFA9C-17DA-4726-B9E3-ADECF7729AF7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31B70-C8F2-D686-C30C-B4651FF04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D051F2-C7C4-43BD-B552-C78CE0DE4128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9D1DFBC2-C4E8-E691-E48C-B8D2CF49CDA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278037" y="1076324"/>
            <a:ext cx="5365748" cy="5095875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1596915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and Image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4D455EB0-A36D-4986-9393-AA1D5CE6C06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48639" y="411480"/>
            <a:ext cx="11094720" cy="310896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8640" y="3794760"/>
            <a:ext cx="5364480" cy="914400"/>
          </a:xfrm>
        </p:spPr>
        <p:txBody>
          <a:bodyPr/>
          <a:lstStyle>
            <a:lvl1pPr>
              <a:defRPr sz="2800" b="1" cap="none" baseline="0"/>
            </a:lvl1pPr>
          </a:lstStyle>
          <a:p>
            <a:r>
              <a:rPr lang="en-US"/>
              <a:t>[Slide title]</a:t>
            </a:r>
          </a:p>
        </p:txBody>
      </p:sp>
      <p:sp>
        <p:nvSpPr>
          <p:cNvPr id="3" name="Content Placeholder 3"/>
          <p:cNvSpPr>
            <a:spLocks noGrp="1"/>
          </p:cNvSpPr>
          <p:nvPr>
            <p:ph sz="half" idx="1"/>
          </p:nvPr>
        </p:nvSpPr>
        <p:spPr>
          <a:xfrm>
            <a:off x="6278879" y="3794760"/>
            <a:ext cx="5364480" cy="2377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439DE7-660B-3FA9-966D-AB1D9EF6AC81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971AFA9C-17DA-4726-B9E3-ADECF7729AF7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763529-A3F2-C0F4-1A5C-AAFFF34D7F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D051F2-C7C4-43BD-B552-C78CE0DE41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25001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90">
          <p15:clr>
            <a:srgbClr val="A4A3A4"/>
          </p15:clr>
        </p15:guide>
        <p15:guide id="2" orient="horz" pos="3888">
          <p15:clr>
            <a:srgbClr val="A4A3A4"/>
          </p15:clr>
        </p15:guide>
        <p15:guide id="3" orient="horz" pos="2218">
          <p15:clr>
            <a:srgbClr val="A4A3A4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and 2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4C4A4C8-609A-5582-34D3-DD47E15FD26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48639" y="1600200"/>
            <a:ext cx="5364480" cy="228600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AE500155-914F-3AB3-C892-09CE75C5448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8637" y="4114800"/>
            <a:ext cx="5364480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800" b="1"/>
            </a:lvl1pPr>
            <a:lvl2pPr marL="0" indent="0">
              <a:spcBef>
                <a:spcPts val="0"/>
              </a:spcBef>
              <a:buFontTx/>
              <a:buNone/>
              <a:defRPr sz="1800" b="1"/>
            </a:lvl2pPr>
            <a:lvl3pPr marL="0" indent="0">
              <a:spcBef>
                <a:spcPts val="0"/>
              </a:spcBef>
              <a:buFontTx/>
              <a:buNone/>
              <a:defRPr sz="1800" b="1"/>
            </a:lvl3pPr>
            <a:lvl4pPr marL="0" indent="0">
              <a:spcBef>
                <a:spcPts val="0"/>
              </a:spcBef>
              <a:buFontTx/>
              <a:buNone/>
              <a:defRPr sz="1800" b="1"/>
            </a:lvl4pPr>
            <a:lvl5pPr marL="0" indent="0">
              <a:spcBef>
                <a:spcPts val="0"/>
              </a:spcBef>
              <a:buFontTx/>
              <a:buNone/>
              <a:defRPr sz="1800" b="1"/>
            </a:lvl5pPr>
            <a:lvl6pPr marL="0" indent="0">
              <a:spcBef>
                <a:spcPts val="0"/>
              </a:spcBef>
              <a:buFontTx/>
              <a:buNone/>
              <a:defRPr sz="1800" b="1"/>
            </a:lvl6pPr>
            <a:lvl7pPr marL="0" indent="0">
              <a:spcBef>
                <a:spcPts val="0"/>
              </a:spcBef>
              <a:buFontTx/>
              <a:buNone/>
              <a:defRPr sz="1800" b="1"/>
            </a:lvl7pPr>
            <a:lvl8pPr marL="0" indent="0">
              <a:spcBef>
                <a:spcPts val="0"/>
              </a:spcBef>
              <a:buFontTx/>
              <a:buNone/>
              <a:defRPr sz="1800" b="1"/>
            </a:lvl8pPr>
            <a:lvl9pPr marL="0" indent="0">
              <a:spcBef>
                <a:spcPts val="0"/>
              </a:spcBef>
              <a:buFontTx/>
              <a:buNone/>
              <a:defRPr sz="18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3" name="Content Placeholder 4"/>
          <p:cNvSpPr>
            <a:spLocks noGrp="1"/>
          </p:cNvSpPr>
          <p:nvPr>
            <p:ph sz="half" idx="1"/>
          </p:nvPr>
        </p:nvSpPr>
        <p:spPr>
          <a:xfrm>
            <a:off x="548639" y="4526280"/>
            <a:ext cx="5364480" cy="1645920"/>
          </a:xfrm>
        </p:spPr>
        <p:txBody>
          <a:bodyPr/>
          <a:lstStyle>
            <a:lvl1pPr marL="137160" indent="-137160">
              <a:defRPr sz="1500"/>
            </a:lvl1pPr>
            <a:lvl2pPr marL="274320" indent="-137160">
              <a:defRPr sz="1500"/>
            </a:lvl2pPr>
            <a:lvl3pPr marL="411480" indent="-137160">
              <a:defRPr sz="1500"/>
            </a:lvl3pPr>
            <a:lvl4pPr marL="548640" indent="-137160">
              <a:defRPr sz="1500"/>
            </a:lvl4pPr>
            <a:lvl5pPr marL="685800" indent="-137160">
              <a:defRPr sz="1500"/>
            </a:lvl5pPr>
            <a:lvl6pPr marL="822960" indent="-137160">
              <a:defRPr sz="1500"/>
            </a:lvl6pPr>
            <a:lvl7pPr marL="960120" indent="-137160">
              <a:defRPr sz="1500"/>
            </a:lvl7pPr>
            <a:lvl8pPr marL="1097280" indent="-137160">
              <a:defRPr sz="1500"/>
            </a:lvl8pPr>
            <a:lvl9pPr marL="1234440" indent="-137160"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C3A5FBE-3D66-4376-9A16-FE11155BA55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278879" y="1600200"/>
            <a:ext cx="5364480" cy="228600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CD5289C6-6376-08BD-CF12-DE93A92EFB7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78879" y="4114800"/>
            <a:ext cx="5364480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800" b="1"/>
            </a:lvl1pPr>
            <a:lvl2pPr marL="0" indent="0">
              <a:spcBef>
                <a:spcPts val="0"/>
              </a:spcBef>
              <a:buFontTx/>
              <a:buNone/>
              <a:defRPr sz="1800" b="1"/>
            </a:lvl2pPr>
            <a:lvl3pPr marL="0" indent="0">
              <a:spcBef>
                <a:spcPts val="0"/>
              </a:spcBef>
              <a:buFontTx/>
              <a:buNone/>
              <a:defRPr sz="1800" b="1"/>
            </a:lvl3pPr>
            <a:lvl4pPr marL="0" indent="0">
              <a:spcBef>
                <a:spcPts val="0"/>
              </a:spcBef>
              <a:buFontTx/>
              <a:buNone/>
              <a:defRPr sz="1800" b="1"/>
            </a:lvl4pPr>
            <a:lvl5pPr marL="0" indent="0">
              <a:spcBef>
                <a:spcPts val="0"/>
              </a:spcBef>
              <a:buFontTx/>
              <a:buNone/>
              <a:defRPr sz="1800" b="1"/>
            </a:lvl5pPr>
            <a:lvl6pPr marL="0" indent="0">
              <a:spcBef>
                <a:spcPts val="0"/>
              </a:spcBef>
              <a:buFontTx/>
              <a:buNone/>
              <a:defRPr sz="1800" b="1"/>
            </a:lvl6pPr>
            <a:lvl7pPr marL="0" indent="0">
              <a:spcBef>
                <a:spcPts val="0"/>
              </a:spcBef>
              <a:buFontTx/>
              <a:buNone/>
              <a:defRPr sz="1800" b="1"/>
            </a:lvl7pPr>
            <a:lvl8pPr marL="0" indent="0">
              <a:spcBef>
                <a:spcPts val="0"/>
              </a:spcBef>
              <a:buFontTx/>
              <a:buNone/>
              <a:defRPr sz="1800" b="1"/>
            </a:lvl8pPr>
            <a:lvl9pPr marL="0" indent="0">
              <a:spcBef>
                <a:spcPts val="0"/>
              </a:spcBef>
              <a:buFontTx/>
              <a:buNone/>
              <a:defRPr sz="18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4" name="Content Placeholder 7"/>
          <p:cNvSpPr>
            <a:spLocks noGrp="1"/>
          </p:cNvSpPr>
          <p:nvPr>
            <p:ph sz="half" idx="2"/>
          </p:nvPr>
        </p:nvSpPr>
        <p:spPr>
          <a:xfrm>
            <a:off x="6278879" y="4526280"/>
            <a:ext cx="5364480" cy="1645920"/>
          </a:xfrm>
        </p:spPr>
        <p:txBody>
          <a:bodyPr/>
          <a:lstStyle>
            <a:lvl1pPr marL="137160" indent="-137160">
              <a:defRPr sz="1500"/>
            </a:lvl1pPr>
            <a:lvl2pPr marL="274320" indent="-137160">
              <a:defRPr sz="1500"/>
            </a:lvl2pPr>
            <a:lvl3pPr marL="411480" indent="-137160">
              <a:defRPr sz="1500"/>
            </a:lvl3pPr>
            <a:lvl4pPr marL="548640" indent="-137160">
              <a:defRPr sz="1500"/>
            </a:lvl4pPr>
            <a:lvl5pPr marL="685800" indent="-137160">
              <a:defRPr sz="1500"/>
            </a:lvl5pPr>
            <a:lvl6pPr marL="822960" indent="-137160">
              <a:defRPr sz="1500"/>
            </a:lvl6pPr>
            <a:lvl7pPr marL="960120" indent="-137160">
              <a:defRPr sz="1500"/>
            </a:lvl7pPr>
            <a:lvl8pPr marL="1097280" indent="-137160">
              <a:defRPr sz="1500"/>
            </a:lvl8pPr>
            <a:lvl9pPr marL="1234440" indent="-137160"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E309248A-8803-C0D0-F841-DA0B643CD6D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971AFA9C-17DA-4726-B9E3-ADECF7729AF7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3E501E26-5E18-9AC3-2607-A695FA23E63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79D051F2-C7C4-43BD-B552-C78CE0DE41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5694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  <p15:guide id="3" orient="horz" pos="2592">
          <p15:clr>
            <a:srgbClr val="A4A3A4"/>
          </p15:clr>
        </p15:guide>
        <p15:guide id="4" orient="horz" pos="2448">
          <p15:clr>
            <a:srgbClr val="A4A3A4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and 3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4C4A4C8-609A-5582-34D3-DD47E15FD26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48639" y="1600200"/>
            <a:ext cx="3450336" cy="16916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AE500155-914F-3AB3-C892-09CE75C5448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8637" y="3520440"/>
            <a:ext cx="3450336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800" b="1"/>
            </a:lvl1pPr>
            <a:lvl2pPr marL="0" indent="0">
              <a:spcBef>
                <a:spcPts val="0"/>
              </a:spcBef>
              <a:buFontTx/>
              <a:buNone/>
              <a:defRPr sz="1800" b="1"/>
            </a:lvl2pPr>
            <a:lvl3pPr marL="0" indent="0">
              <a:spcBef>
                <a:spcPts val="0"/>
              </a:spcBef>
              <a:buFontTx/>
              <a:buNone/>
              <a:defRPr sz="1800" b="1"/>
            </a:lvl3pPr>
            <a:lvl4pPr marL="0" indent="0">
              <a:spcBef>
                <a:spcPts val="0"/>
              </a:spcBef>
              <a:buFontTx/>
              <a:buNone/>
              <a:defRPr sz="1800" b="1"/>
            </a:lvl4pPr>
            <a:lvl5pPr marL="0" indent="0">
              <a:spcBef>
                <a:spcPts val="0"/>
              </a:spcBef>
              <a:buFontTx/>
              <a:buNone/>
              <a:defRPr sz="1800" b="1"/>
            </a:lvl5pPr>
            <a:lvl6pPr marL="0" indent="0">
              <a:spcBef>
                <a:spcPts val="0"/>
              </a:spcBef>
              <a:buFontTx/>
              <a:buNone/>
              <a:defRPr sz="1800" b="1"/>
            </a:lvl6pPr>
            <a:lvl7pPr marL="0" indent="0">
              <a:spcBef>
                <a:spcPts val="0"/>
              </a:spcBef>
              <a:buFontTx/>
              <a:buNone/>
              <a:defRPr sz="1800" b="1"/>
            </a:lvl7pPr>
            <a:lvl8pPr marL="0" indent="0">
              <a:spcBef>
                <a:spcPts val="0"/>
              </a:spcBef>
              <a:buFontTx/>
              <a:buNone/>
              <a:defRPr sz="1800" b="1"/>
            </a:lvl8pPr>
            <a:lvl9pPr marL="0" indent="0">
              <a:spcBef>
                <a:spcPts val="0"/>
              </a:spcBef>
              <a:buFontTx/>
              <a:buNone/>
              <a:defRPr sz="18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3" name="Content Placeholder 4"/>
          <p:cNvSpPr>
            <a:spLocks noGrp="1"/>
          </p:cNvSpPr>
          <p:nvPr>
            <p:ph sz="half" idx="1"/>
          </p:nvPr>
        </p:nvSpPr>
        <p:spPr>
          <a:xfrm>
            <a:off x="548639" y="3931920"/>
            <a:ext cx="3450336" cy="2240280"/>
          </a:xfrm>
        </p:spPr>
        <p:txBody>
          <a:bodyPr/>
          <a:lstStyle>
            <a:lvl1pPr marL="137160" indent="-137160">
              <a:defRPr sz="1500"/>
            </a:lvl1pPr>
            <a:lvl2pPr marL="274320" indent="-137160">
              <a:defRPr sz="1500"/>
            </a:lvl2pPr>
            <a:lvl3pPr marL="411480" indent="-137160">
              <a:defRPr sz="1500"/>
            </a:lvl3pPr>
            <a:lvl4pPr marL="548640" indent="-137160">
              <a:defRPr sz="1500"/>
            </a:lvl4pPr>
            <a:lvl5pPr marL="685800" indent="-137160">
              <a:defRPr sz="1500"/>
            </a:lvl5pPr>
            <a:lvl6pPr marL="822960" indent="-137160">
              <a:defRPr sz="1500"/>
            </a:lvl6pPr>
            <a:lvl7pPr marL="960120" indent="-137160">
              <a:defRPr sz="1500"/>
            </a:lvl7pPr>
            <a:lvl8pPr marL="1097280" indent="-137160">
              <a:defRPr sz="1500"/>
            </a:lvl8pPr>
            <a:lvl9pPr marL="1234440" indent="-137160"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C3A5FBE-3D66-4376-9A16-FE11155BA55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370831" y="1600200"/>
            <a:ext cx="3450336" cy="16916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CD5289C6-6376-08BD-CF12-DE93A92EFB7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70831" y="3520440"/>
            <a:ext cx="3450336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800" b="1"/>
            </a:lvl1pPr>
            <a:lvl2pPr marL="0" indent="0">
              <a:spcBef>
                <a:spcPts val="0"/>
              </a:spcBef>
              <a:buFontTx/>
              <a:buNone/>
              <a:defRPr sz="1800" b="1"/>
            </a:lvl2pPr>
            <a:lvl3pPr marL="0" indent="0">
              <a:spcBef>
                <a:spcPts val="0"/>
              </a:spcBef>
              <a:buFontTx/>
              <a:buNone/>
              <a:defRPr sz="1800" b="1"/>
            </a:lvl3pPr>
            <a:lvl4pPr marL="0" indent="0">
              <a:spcBef>
                <a:spcPts val="0"/>
              </a:spcBef>
              <a:buFontTx/>
              <a:buNone/>
              <a:defRPr sz="1800" b="1"/>
            </a:lvl4pPr>
            <a:lvl5pPr marL="0" indent="0">
              <a:spcBef>
                <a:spcPts val="0"/>
              </a:spcBef>
              <a:buFontTx/>
              <a:buNone/>
              <a:defRPr sz="1800" b="1"/>
            </a:lvl5pPr>
            <a:lvl6pPr marL="0" indent="0">
              <a:spcBef>
                <a:spcPts val="0"/>
              </a:spcBef>
              <a:buFontTx/>
              <a:buNone/>
              <a:defRPr sz="1800" b="1"/>
            </a:lvl6pPr>
            <a:lvl7pPr marL="0" indent="0">
              <a:spcBef>
                <a:spcPts val="0"/>
              </a:spcBef>
              <a:buFontTx/>
              <a:buNone/>
              <a:defRPr sz="1800" b="1"/>
            </a:lvl7pPr>
            <a:lvl8pPr marL="0" indent="0">
              <a:spcBef>
                <a:spcPts val="0"/>
              </a:spcBef>
              <a:buFontTx/>
              <a:buNone/>
              <a:defRPr sz="1800" b="1"/>
            </a:lvl8pPr>
            <a:lvl9pPr marL="0" indent="0">
              <a:spcBef>
                <a:spcPts val="0"/>
              </a:spcBef>
              <a:buFontTx/>
              <a:buNone/>
              <a:defRPr sz="18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4" name="Content Placeholder 7"/>
          <p:cNvSpPr>
            <a:spLocks noGrp="1"/>
          </p:cNvSpPr>
          <p:nvPr>
            <p:ph sz="half" idx="2"/>
          </p:nvPr>
        </p:nvSpPr>
        <p:spPr>
          <a:xfrm>
            <a:off x="4370831" y="3931920"/>
            <a:ext cx="3450336" cy="2240280"/>
          </a:xfrm>
        </p:spPr>
        <p:txBody>
          <a:bodyPr/>
          <a:lstStyle>
            <a:lvl1pPr marL="137160" indent="-137160">
              <a:defRPr sz="1500"/>
            </a:lvl1pPr>
            <a:lvl2pPr marL="274320" indent="-137160">
              <a:defRPr sz="1500"/>
            </a:lvl2pPr>
            <a:lvl3pPr marL="411480" indent="-137160">
              <a:defRPr sz="1500"/>
            </a:lvl3pPr>
            <a:lvl4pPr marL="548640" indent="-137160">
              <a:defRPr sz="1500"/>
            </a:lvl4pPr>
            <a:lvl5pPr marL="685800" indent="-137160">
              <a:defRPr sz="1500"/>
            </a:lvl5pPr>
            <a:lvl6pPr marL="822960" indent="-137160">
              <a:defRPr sz="1500"/>
            </a:lvl6pPr>
            <a:lvl7pPr marL="960120" indent="-137160">
              <a:defRPr sz="1500"/>
            </a:lvl7pPr>
            <a:lvl8pPr marL="1097280" indent="-137160">
              <a:defRPr sz="1500"/>
            </a:lvl8pPr>
            <a:lvl9pPr marL="1234440" indent="-137160"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2F1293E6-42E9-E8B5-FFA8-86FB82D4865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193023" y="1600200"/>
            <a:ext cx="3450336" cy="16916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1A0087B1-BE04-FAAE-807C-18D539A5855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193023" y="3520440"/>
            <a:ext cx="3450336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800" b="1"/>
            </a:lvl1pPr>
            <a:lvl2pPr marL="0" indent="0">
              <a:spcBef>
                <a:spcPts val="0"/>
              </a:spcBef>
              <a:buFontTx/>
              <a:buNone/>
              <a:defRPr sz="1800" b="1"/>
            </a:lvl2pPr>
            <a:lvl3pPr marL="0" indent="0">
              <a:spcBef>
                <a:spcPts val="0"/>
              </a:spcBef>
              <a:buFontTx/>
              <a:buNone/>
              <a:defRPr sz="1800" b="1"/>
            </a:lvl3pPr>
            <a:lvl4pPr marL="0" indent="0">
              <a:spcBef>
                <a:spcPts val="0"/>
              </a:spcBef>
              <a:buFontTx/>
              <a:buNone/>
              <a:defRPr sz="1800" b="1"/>
            </a:lvl4pPr>
            <a:lvl5pPr marL="0" indent="0">
              <a:spcBef>
                <a:spcPts val="0"/>
              </a:spcBef>
              <a:buFontTx/>
              <a:buNone/>
              <a:defRPr sz="1800" b="1"/>
            </a:lvl5pPr>
            <a:lvl6pPr marL="0" indent="0">
              <a:spcBef>
                <a:spcPts val="0"/>
              </a:spcBef>
              <a:buFontTx/>
              <a:buNone/>
              <a:defRPr sz="1800" b="1"/>
            </a:lvl6pPr>
            <a:lvl7pPr marL="0" indent="0">
              <a:spcBef>
                <a:spcPts val="0"/>
              </a:spcBef>
              <a:buFontTx/>
              <a:buNone/>
              <a:defRPr sz="1800" b="1"/>
            </a:lvl7pPr>
            <a:lvl8pPr marL="0" indent="0">
              <a:spcBef>
                <a:spcPts val="0"/>
              </a:spcBef>
              <a:buFontTx/>
              <a:buNone/>
              <a:defRPr sz="1800" b="1"/>
            </a:lvl8pPr>
            <a:lvl9pPr marL="0" indent="0">
              <a:spcBef>
                <a:spcPts val="0"/>
              </a:spcBef>
              <a:buFontTx/>
              <a:buNone/>
              <a:defRPr sz="18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9A4D43E8-8B9E-0180-3592-10B667D09516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8193023" y="3931920"/>
            <a:ext cx="3450336" cy="2240280"/>
          </a:xfrm>
        </p:spPr>
        <p:txBody>
          <a:bodyPr/>
          <a:lstStyle>
            <a:lvl1pPr marL="137160" indent="-137160">
              <a:defRPr sz="1500"/>
            </a:lvl1pPr>
            <a:lvl2pPr marL="274320" indent="-137160">
              <a:defRPr sz="1500"/>
            </a:lvl2pPr>
            <a:lvl3pPr marL="411480" indent="-137160">
              <a:defRPr sz="1500"/>
            </a:lvl3pPr>
            <a:lvl4pPr marL="548640" indent="-137160">
              <a:defRPr sz="1500"/>
            </a:lvl4pPr>
            <a:lvl5pPr marL="685800" indent="-137160">
              <a:defRPr sz="1500"/>
            </a:lvl5pPr>
            <a:lvl6pPr marL="822960" indent="-137160">
              <a:defRPr sz="1500"/>
            </a:lvl6pPr>
            <a:lvl7pPr marL="960120" indent="-137160">
              <a:defRPr sz="1500"/>
            </a:lvl7pPr>
            <a:lvl8pPr marL="1097280" indent="-137160">
              <a:defRPr sz="1500"/>
            </a:lvl8pPr>
            <a:lvl9pPr marL="1234440" indent="-137160"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BCC41EC7-A74C-7FAC-CAAF-B45134A90C1F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971AFA9C-17DA-4726-B9E3-ADECF7729AF7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0DCE38A9-CABF-9588-DDD8-93DD198F7EC2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79D051F2-C7C4-43BD-B552-C78CE0DE41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09594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2218">
          <p15:clr>
            <a:srgbClr val="A4A3A4"/>
          </p15:clr>
        </p15:guide>
        <p15:guide id="3" orient="horz" pos="3888">
          <p15:clr>
            <a:srgbClr val="A4A3A4"/>
          </p15:clr>
        </p15:guide>
        <p15:guide id="4" orient="horz" pos="2074">
          <p15:clr>
            <a:srgbClr val="A4A3A4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and 4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4C4A4C8-609A-5582-34D3-DD47E15FD26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48641" y="1600200"/>
            <a:ext cx="2499359" cy="12344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AE500155-914F-3AB3-C892-09CE75C5448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8639" y="3063240"/>
            <a:ext cx="2499359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600" b="1"/>
            </a:lvl1pPr>
            <a:lvl2pPr marL="0" indent="0">
              <a:spcBef>
                <a:spcPts val="0"/>
              </a:spcBef>
              <a:buFontTx/>
              <a:buNone/>
              <a:defRPr sz="1600" b="1"/>
            </a:lvl2pPr>
            <a:lvl3pPr marL="0" indent="0">
              <a:spcBef>
                <a:spcPts val="0"/>
              </a:spcBef>
              <a:buFontTx/>
              <a:buNone/>
              <a:defRPr sz="1600" b="1"/>
            </a:lvl3pPr>
            <a:lvl4pPr marL="0" indent="0">
              <a:spcBef>
                <a:spcPts val="0"/>
              </a:spcBef>
              <a:buFontTx/>
              <a:buNone/>
              <a:defRPr sz="1600" b="1"/>
            </a:lvl4pPr>
            <a:lvl5pPr marL="0" indent="0">
              <a:spcBef>
                <a:spcPts val="0"/>
              </a:spcBef>
              <a:buFontTx/>
              <a:buNone/>
              <a:defRPr sz="1600" b="1"/>
            </a:lvl5pPr>
            <a:lvl6pPr marL="0" indent="0">
              <a:spcBef>
                <a:spcPts val="0"/>
              </a:spcBef>
              <a:buFontTx/>
              <a:buNone/>
              <a:defRPr sz="1600" b="1"/>
            </a:lvl6pPr>
            <a:lvl7pPr marL="0" indent="0">
              <a:spcBef>
                <a:spcPts val="0"/>
              </a:spcBef>
              <a:buFontTx/>
              <a:buNone/>
              <a:defRPr sz="1600" b="1"/>
            </a:lvl7pPr>
            <a:lvl8pPr marL="0" indent="0">
              <a:spcBef>
                <a:spcPts val="0"/>
              </a:spcBef>
              <a:buFontTx/>
              <a:buNone/>
              <a:defRPr sz="1600" b="1"/>
            </a:lvl8pPr>
            <a:lvl9pPr marL="0" indent="0">
              <a:spcBef>
                <a:spcPts val="0"/>
              </a:spcBef>
              <a:buFontTx/>
              <a:buNone/>
              <a:defRPr sz="16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3" name="Content Placeholder 4"/>
          <p:cNvSpPr>
            <a:spLocks noGrp="1"/>
          </p:cNvSpPr>
          <p:nvPr>
            <p:ph sz="half" idx="1"/>
          </p:nvPr>
        </p:nvSpPr>
        <p:spPr>
          <a:xfrm>
            <a:off x="548641" y="3474720"/>
            <a:ext cx="2499359" cy="2697480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C3A5FBE-3D66-4376-9A16-FE11155BA55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428805" y="1600200"/>
            <a:ext cx="2499359" cy="12344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CD5289C6-6376-08BD-CF12-DE93A92EFB7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428805" y="3063240"/>
            <a:ext cx="2499359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600" b="1"/>
            </a:lvl1pPr>
            <a:lvl2pPr marL="0" indent="0">
              <a:spcBef>
                <a:spcPts val="0"/>
              </a:spcBef>
              <a:buFontTx/>
              <a:buNone/>
              <a:defRPr sz="1600" b="1"/>
            </a:lvl2pPr>
            <a:lvl3pPr marL="0" indent="0">
              <a:spcBef>
                <a:spcPts val="0"/>
              </a:spcBef>
              <a:buFontTx/>
              <a:buNone/>
              <a:defRPr sz="1600" b="1"/>
            </a:lvl3pPr>
            <a:lvl4pPr marL="0" indent="0">
              <a:spcBef>
                <a:spcPts val="0"/>
              </a:spcBef>
              <a:buFontTx/>
              <a:buNone/>
              <a:defRPr sz="1600" b="1"/>
            </a:lvl4pPr>
            <a:lvl5pPr marL="0" indent="0">
              <a:spcBef>
                <a:spcPts val="0"/>
              </a:spcBef>
              <a:buFontTx/>
              <a:buNone/>
              <a:defRPr sz="1600" b="1"/>
            </a:lvl5pPr>
            <a:lvl6pPr marL="0" indent="0">
              <a:spcBef>
                <a:spcPts val="0"/>
              </a:spcBef>
              <a:buFontTx/>
              <a:buNone/>
              <a:defRPr sz="1600" b="1"/>
            </a:lvl6pPr>
            <a:lvl7pPr marL="0" indent="0">
              <a:spcBef>
                <a:spcPts val="0"/>
              </a:spcBef>
              <a:buFontTx/>
              <a:buNone/>
              <a:defRPr sz="1600" b="1"/>
            </a:lvl7pPr>
            <a:lvl8pPr marL="0" indent="0">
              <a:spcBef>
                <a:spcPts val="0"/>
              </a:spcBef>
              <a:buFontTx/>
              <a:buNone/>
              <a:defRPr sz="1600" b="1"/>
            </a:lvl8pPr>
            <a:lvl9pPr marL="0" indent="0">
              <a:spcBef>
                <a:spcPts val="0"/>
              </a:spcBef>
              <a:buFontTx/>
              <a:buNone/>
              <a:defRPr sz="16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4" name="Content Placeholder 7"/>
          <p:cNvSpPr>
            <a:spLocks noGrp="1"/>
          </p:cNvSpPr>
          <p:nvPr>
            <p:ph sz="half" idx="2"/>
          </p:nvPr>
        </p:nvSpPr>
        <p:spPr>
          <a:xfrm>
            <a:off x="3428805" y="3474720"/>
            <a:ext cx="2499359" cy="2697480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2F1293E6-42E9-E8B5-FFA8-86FB82D4865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263841" y="1600200"/>
            <a:ext cx="2499359" cy="12344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1A0087B1-BE04-FAAE-807C-18D539A5855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63841" y="3063240"/>
            <a:ext cx="2499359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600" b="1"/>
            </a:lvl1pPr>
            <a:lvl2pPr marL="0" indent="0">
              <a:spcBef>
                <a:spcPts val="0"/>
              </a:spcBef>
              <a:buFontTx/>
              <a:buNone/>
              <a:defRPr sz="1600" b="1"/>
            </a:lvl2pPr>
            <a:lvl3pPr marL="0" indent="0">
              <a:spcBef>
                <a:spcPts val="0"/>
              </a:spcBef>
              <a:buFontTx/>
              <a:buNone/>
              <a:defRPr sz="1600" b="1"/>
            </a:lvl3pPr>
            <a:lvl4pPr marL="0" indent="0">
              <a:spcBef>
                <a:spcPts val="0"/>
              </a:spcBef>
              <a:buFontTx/>
              <a:buNone/>
              <a:defRPr sz="1600" b="1"/>
            </a:lvl4pPr>
            <a:lvl5pPr marL="0" indent="0">
              <a:spcBef>
                <a:spcPts val="0"/>
              </a:spcBef>
              <a:buFontTx/>
              <a:buNone/>
              <a:defRPr sz="1600" b="1"/>
            </a:lvl5pPr>
            <a:lvl6pPr marL="0" indent="0">
              <a:spcBef>
                <a:spcPts val="0"/>
              </a:spcBef>
              <a:buFontTx/>
              <a:buNone/>
              <a:defRPr sz="1600" b="1"/>
            </a:lvl6pPr>
            <a:lvl7pPr marL="0" indent="0">
              <a:spcBef>
                <a:spcPts val="0"/>
              </a:spcBef>
              <a:buFontTx/>
              <a:buNone/>
              <a:defRPr sz="1600" b="1"/>
            </a:lvl7pPr>
            <a:lvl8pPr marL="0" indent="0">
              <a:spcBef>
                <a:spcPts val="0"/>
              </a:spcBef>
              <a:buFontTx/>
              <a:buNone/>
              <a:defRPr sz="1600" b="1"/>
            </a:lvl8pPr>
            <a:lvl9pPr marL="0" indent="0">
              <a:spcBef>
                <a:spcPts val="0"/>
              </a:spcBef>
              <a:buFontTx/>
              <a:buNone/>
              <a:defRPr sz="16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9A4D43E8-8B9E-0180-3592-10B667D09516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6263841" y="3474720"/>
            <a:ext cx="2499359" cy="2697480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Picture Placeholder 11">
            <a:extLst>
              <a:ext uri="{FF2B5EF4-FFF2-40B4-BE49-F238E27FC236}">
                <a16:creationId xmlns:a16="http://schemas.microsoft.com/office/drawing/2014/main" id="{D206E8B5-48CF-3920-10E8-5C214FEE93B1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9144001" y="1600200"/>
            <a:ext cx="2499359" cy="12344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30A8711B-6FCD-CC40-76D9-6F2EED66A6E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144001" y="3063240"/>
            <a:ext cx="2499359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600" b="1"/>
            </a:lvl1pPr>
            <a:lvl2pPr marL="0" indent="0">
              <a:spcBef>
                <a:spcPts val="0"/>
              </a:spcBef>
              <a:buFontTx/>
              <a:buNone/>
              <a:defRPr sz="1600" b="1"/>
            </a:lvl2pPr>
            <a:lvl3pPr marL="0" indent="0">
              <a:spcBef>
                <a:spcPts val="0"/>
              </a:spcBef>
              <a:buFontTx/>
              <a:buNone/>
              <a:defRPr sz="1600" b="1"/>
            </a:lvl3pPr>
            <a:lvl4pPr marL="0" indent="0">
              <a:spcBef>
                <a:spcPts val="0"/>
              </a:spcBef>
              <a:buFontTx/>
              <a:buNone/>
              <a:defRPr sz="1600" b="1"/>
            </a:lvl4pPr>
            <a:lvl5pPr marL="0" indent="0">
              <a:spcBef>
                <a:spcPts val="0"/>
              </a:spcBef>
              <a:buFontTx/>
              <a:buNone/>
              <a:defRPr sz="1600" b="1"/>
            </a:lvl5pPr>
            <a:lvl6pPr marL="0" indent="0">
              <a:spcBef>
                <a:spcPts val="0"/>
              </a:spcBef>
              <a:buFontTx/>
              <a:buNone/>
              <a:defRPr sz="1600" b="1"/>
            </a:lvl6pPr>
            <a:lvl7pPr marL="0" indent="0">
              <a:spcBef>
                <a:spcPts val="0"/>
              </a:spcBef>
              <a:buFontTx/>
              <a:buNone/>
              <a:defRPr sz="1600" b="1"/>
            </a:lvl7pPr>
            <a:lvl8pPr marL="0" indent="0">
              <a:spcBef>
                <a:spcPts val="0"/>
              </a:spcBef>
              <a:buFontTx/>
              <a:buNone/>
              <a:defRPr sz="1600" b="1"/>
            </a:lvl8pPr>
            <a:lvl9pPr marL="0" indent="0">
              <a:spcBef>
                <a:spcPts val="0"/>
              </a:spcBef>
              <a:buFontTx/>
              <a:buNone/>
              <a:defRPr sz="16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15" name="Content Placeholder 13">
            <a:extLst>
              <a:ext uri="{FF2B5EF4-FFF2-40B4-BE49-F238E27FC236}">
                <a16:creationId xmlns:a16="http://schemas.microsoft.com/office/drawing/2014/main" id="{ABA13BFB-DABC-41BC-F712-51774CC8BA1C}"/>
              </a:ext>
            </a:extLst>
          </p:cNvPr>
          <p:cNvSpPr>
            <a:spLocks noGrp="1"/>
          </p:cNvSpPr>
          <p:nvPr>
            <p:ph sz="half" idx="21"/>
          </p:nvPr>
        </p:nvSpPr>
        <p:spPr>
          <a:xfrm>
            <a:off x="9144001" y="3474720"/>
            <a:ext cx="2499359" cy="2697480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Date Placeholder 15">
            <a:extLst>
              <a:ext uri="{FF2B5EF4-FFF2-40B4-BE49-F238E27FC236}">
                <a16:creationId xmlns:a16="http://schemas.microsoft.com/office/drawing/2014/main" id="{6FA3AB29-95C5-BB81-8596-7248603E0DBA}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fld id="{971AFA9C-17DA-4726-B9E3-ADECF7729AF7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F8249F74-522A-F15A-97B8-27047D5DEDAE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79D051F2-C7C4-43BD-B552-C78CE0DE41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47697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1786">
          <p15:clr>
            <a:srgbClr val="A4A3A4"/>
          </p15:clr>
        </p15:guide>
        <p15:guide id="3" orient="horz" pos="3888">
          <p15:clr>
            <a:srgbClr val="A4A3A4"/>
          </p15:clr>
        </p15:guide>
        <p15:guide id="4" orient="horz" pos="1930">
          <p15:clr>
            <a:srgbClr val="A4A3A4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48640" y="411481"/>
            <a:ext cx="8231293" cy="1189037"/>
          </a:xfrm>
        </p:spPr>
        <p:txBody>
          <a:bodyPr anchor="t" anchorCtr="0"/>
          <a:lstStyle>
            <a:lvl1pPr>
              <a:lnSpc>
                <a:spcPct val="80000"/>
              </a:lnSpc>
              <a:defRPr sz="4000" spc="-1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B62121C3-FD56-A9B2-1088-141E0BDB4C1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8640" y="2148840"/>
            <a:ext cx="6795135" cy="40233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2800"/>
            </a:lvl1pPr>
            <a:lvl2pPr marL="182880" indent="-182880">
              <a:spcBef>
                <a:spcPts val="1000"/>
              </a:spcBef>
              <a:buFont typeface="Arial" panose="020B0604020202020204" pitchFamily="34" charset="0"/>
              <a:buChar char="▪"/>
              <a:defRPr/>
            </a:lvl2pPr>
            <a:lvl3pPr marL="365760">
              <a:defRPr/>
            </a:lvl3pPr>
            <a:lvl4pPr marL="548640">
              <a:defRPr/>
            </a:lvl4pPr>
            <a:lvl5pPr marL="731520">
              <a:defRPr/>
            </a:lvl5pPr>
            <a:lvl6pPr marL="914400">
              <a:defRPr/>
            </a:lvl6pPr>
            <a:lvl7pPr marL="1097280">
              <a:defRPr/>
            </a:lvl7pPr>
            <a:lvl8pPr marL="1280160">
              <a:defRPr/>
            </a:lvl8pPr>
            <a:lvl9pPr marL="1463040">
              <a:defRPr/>
            </a:lvl9pPr>
          </a:lstStyle>
          <a:p>
            <a:pPr lvl="0"/>
            <a:r>
              <a:rPr lang="en-US"/>
              <a:t>[Optional section subtitle]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DBADC8-E5B3-9DDB-F294-C14F7AA987B8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971AFA9C-17DA-4726-B9E3-ADECF7729AF7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7DADDA-8448-690C-2CAB-FA7E28471B81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79D051F2-C7C4-43BD-B552-C78CE0DE4128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Rectangle 15">
            <a:extLst>
              <a:ext uri="{FF2B5EF4-FFF2-40B4-BE49-F238E27FC236}">
                <a16:creationId xmlns:a16="http://schemas.microsoft.com/office/drawing/2014/main" id="{29767174-7781-C263-3756-CD54301026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6840" y="6657945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36F2182-1ACE-5AD5-681B-31F3C21870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6840" y="0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A0C2669-2091-19FC-7FA5-E8DD4A44F8C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392800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- Imag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1">
            <a:extLst>
              <a:ext uri="{FF2B5EF4-FFF2-40B4-BE49-F238E27FC236}">
                <a16:creationId xmlns:a16="http://schemas.microsoft.com/office/drawing/2014/main" id="{D68235BF-5094-B6AD-6429-61352C54DE9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228600"/>
            <a:ext cx="12192000" cy="6400800"/>
          </a:xfrm>
          <a:solidFill>
            <a:srgbClr val="56555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FFFFFF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2"/>
          <p:cNvSpPr>
            <a:spLocks noGrp="1"/>
          </p:cNvSpPr>
          <p:nvPr>
            <p:ph type="title" hasCustomPrompt="1"/>
          </p:nvPr>
        </p:nvSpPr>
        <p:spPr>
          <a:xfrm>
            <a:off x="548640" y="411481"/>
            <a:ext cx="8231293" cy="1189037"/>
          </a:xfrm>
        </p:spPr>
        <p:txBody>
          <a:bodyPr anchor="t" anchorCtr="0"/>
          <a:lstStyle>
            <a:lvl1pPr>
              <a:lnSpc>
                <a:spcPct val="80000"/>
              </a:lnSpc>
              <a:defRPr sz="4000" spc="-1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DC6E9F-9E2F-3968-F76A-CD8240DB9C8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8640" y="2148840"/>
            <a:ext cx="6795135" cy="91440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2800"/>
            </a:lvl1pPr>
            <a:lvl2pPr marL="182880" indent="-182880">
              <a:spcBef>
                <a:spcPts val="1000"/>
              </a:spcBef>
              <a:buFont typeface="Arial" panose="020B0604020202020204" pitchFamily="34" charset="0"/>
              <a:buChar char="▪"/>
              <a:defRPr/>
            </a:lvl2pPr>
            <a:lvl3pPr marL="365760">
              <a:defRPr/>
            </a:lvl3pPr>
            <a:lvl4pPr marL="548640">
              <a:defRPr/>
            </a:lvl4pPr>
            <a:lvl5pPr marL="731520">
              <a:defRPr/>
            </a:lvl5pPr>
            <a:lvl6pPr marL="914400">
              <a:defRPr/>
            </a:lvl6pPr>
            <a:lvl7pPr marL="1097280">
              <a:defRPr/>
            </a:lvl7pPr>
            <a:lvl8pPr marL="1280160">
              <a:defRPr/>
            </a:lvl8pPr>
            <a:lvl9pPr marL="1463040">
              <a:defRPr/>
            </a:lvl9pPr>
          </a:lstStyle>
          <a:p>
            <a:pPr lvl="0"/>
            <a:r>
              <a:rPr lang="en-US"/>
              <a:t>[Optional section subtitle]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2EB74B-4EFA-464C-722C-FBCA5174031B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71AFA9C-17DA-4726-B9E3-ADECF7729AF7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C19503-16E7-50C5-8995-F8E0DCB6B62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9D051F2-C7C4-43BD-B552-C78CE0DE4128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8E613F9-1842-268A-DF27-3F9D7650270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764675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- White 0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48640" y="411481"/>
            <a:ext cx="8231293" cy="1189037"/>
          </a:xfrm>
        </p:spPr>
        <p:txBody>
          <a:bodyPr anchor="t" anchorCtr="0"/>
          <a:lstStyle>
            <a:lvl1pPr>
              <a:lnSpc>
                <a:spcPct val="80000"/>
              </a:lnSpc>
              <a:defRPr sz="4000" spc="-1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3EF29EDB-49B7-13CD-321C-E88CD44FB7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8640" y="2148840"/>
            <a:ext cx="6795135" cy="40233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2800"/>
            </a:lvl1pPr>
            <a:lvl2pPr marL="182880" indent="-182880">
              <a:spcBef>
                <a:spcPts val="1000"/>
              </a:spcBef>
              <a:buFont typeface="Arial" panose="020B0604020202020204" pitchFamily="34" charset="0"/>
              <a:buChar char="▪"/>
              <a:defRPr/>
            </a:lvl2pPr>
            <a:lvl3pPr marL="365760">
              <a:defRPr/>
            </a:lvl3pPr>
            <a:lvl4pPr marL="548640">
              <a:defRPr/>
            </a:lvl4pPr>
            <a:lvl5pPr marL="731520">
              <a:defRPr/>
            </a:lvl5pPr>
            <a:lvl6pPr marL="914400">
              <a:defRPr/>
            </a:lvl6pPr>
            <a:lvl7pPr marL="1097280">
              <a:defRPr/>
            </a:lvl7pPr>
            <a:lvl8pPr marL="1280160">
              <a:defRPr/>
            </a:lvl8pPr>
            <a:lvl9pPr marL="1463040">
              <a:defRPr/>
            </a:lvl9pPr>
          </a:lstStyle>
          <a:p>
            <a:pPr lvl="0"/>
            <a:r>
              <a:rPr lang="en-US"/>
              <a:t>[Optional section subtitle]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CC6170-ECB5-A830-2874-091E36410134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971AFA9C-17DA-4726-B9E3-ADECF7729AF7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B1CE1D-5DB3-7DB4-A801-B688218E7EC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79D051F2-C7C4-43BD-B552-C78CE0DE41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863101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- White 0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48641" y="411480"/>
            <a:ext cx="5365327" cy="914400"/>
          </a:xfrm>
        </p:spPr>
        <p:txBody>
          <a:bodyPr anchor="t" anchorCtr="0"/>
          <a:lstStyle>
            <a:lvl1pPr>
              <a:lnSpc>
                <a:spcPct val="90000"/>
              </a:lnSpc>
              <a:defRPr sz="2400" spc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3EF29EDB-49B7-13CD-321C-E88CD44FB7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8640" y="1600200"/>
            <a:ext cx="6795135" cy="4572000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FontTx/>
              <a:buNone/>
              <a:defRPr sz="3600"/>
            </a:lvl1pPr>
            <a:lvl2pPr marL="182880" indent="-182880">
              <a:spcBef>
                <a:spcPts val="1000"/>
              </a:spcBef>
              <a:buFont typeface="Arial" panose="020B0604020202020204" pitchFamily="34" charset="0"/>
              <a:buChar char="▪"/>
              <a:defRPr/>
            </a:lvl2pPr>
            <a:lvl3pPr marL="365760">
              <a:defRPr/>
            </a:lvl3pPr>
            <a:lvl4pPr marL="548640">
              <a:defRPr/>
            </a:lvl4pPr>
            <a:lvl5pPr marL="731520">
              <a:defRPr/>
            </a:lvl5pPr>
            <a:lvl6pPr marL="914400">
              <a:defRPr/>
            </a:lvl6pPr>
            <a:lvl7pPr marL="1097280">
              <a:defRPr/>
            </a:lvl7pPr>
            <a:lvl8pPr marL="1280160">
              <a:defRPr/>
            </a:lvl8pPr>
            <a:lvl9pPr marL="1463040">
              <a:defRPr/>
            </a:lvl9pPr>
          </a:lstStyle>
          <a:p>
            <a:pPr lvl="0"/>
            <a:r>
              <a:rPr lang="en-US"/>
              <a:t>[Long section description]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A978CF-9C5E-3CFC-1FBF-80FF0C14A03A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971AFA9C-17DA-4726-B9E3-ADECF7729AF7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496E61-43C3-4A10-6216-8AA17EF97B8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79D051F2-C7C4-43BD-B552-C78CE0DE41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587663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 - Half Image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48641" y="411481"/>
            <a:ext cx="5365327" cy="1189037"/>
          </a:xfrm>
        </p:spPr>
        <p:txBody>
          <a:bodyPr anchor="t" anchorCtr="0"/>
          <a:lstStyle>
            <a:lvl1pPr>
              <a:lnSpc>
                <a:spcPct val="80000"/>
              </a:lnSpc>
              <a:defRPr sz="4000" spc="-1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FD05FCA9-6234-AA37-16E9-CA72B744A81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8640" y="2148840"/>
            <a:ext cx="5365325" cy="4023360"/>
          </a:xfrm>
        </p:spPr>
        <p:txBody>
          <a:bodyPr/>
          <a:lstStyle>
            <a:lvl1pPr marL="0" indent="0">
              <a:spcBef>
                <a:spcPts val="1000"/>
              </a:spcBef>
              <a:buFontTx/>
              <a:buNone/>
              <a:defRPr/>
            </a:lvl1pPr>
            <a:lvl2pPr marL="182880" indent="-182880">
              <a:spcBef>
                <a:spcPts val="1000"/>
              </a:spcBef>
              <a:buFont typeface="Arial" panose="020B0604020202020204" pitchFamily="34" charset="0"/>
              <a:buChar char="▪"/>
              <a:defRPr/>
            </a:lvl2pPr>
            <a:lvl3pPr marL="365760">
              <a:defRPr/>
            </a:lvl3pPr>
            <a:lvl4pPr marL="548640">
              <a:defRPr/>
            </a:lvl4pPr>
            <a:lvl5pPr marL="731520">
              <a:defRPr/>
            </a:lvl5pPr>
            <a:lvl6pPr marL="914400">
              <a:defRPr/>
            </a:lvl6pPr>
            <a:lvl7pPr marL="1097280">
              <a:defRPr/>
            </a:lvl7pPr>
            <a:lvl8pPr marL="1280160">
              <a:defRPr/>
            </a:lvl8pPr>
            <a:lvl9pPr marL="1463040">
              <a:defRPr/>
            </a:lvl9pPr>
          </a:lstStyle>
          <a:p>
            <a:pPr lvl="0"/>
            <a:r>
              <a:rPr lang="en-US"/>
              <a:t>[Optional section description]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98909E-3F3B-28FF-B01F-B77401FC0BCC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971AFA9C-17DA-4726-B9E3-ADECF7729AF7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4506F2-72D4-8024-72B5-E5E4464D05D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79D051F2-C7C4-43BD-B552-C78CE0DE4128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6FB94CE1-6713-07D6-4B5A-4A8C98A3721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278037" y="1076324"/>
            <a:ext cx="5365748" cy="5095875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Rectangle 15">
            <a:extLst>
              <a:ext uri="{FF2B5EF4-FFF2-40B4-BE49-F238E27FC236}">
                <a16:creationId xmlns:a16="http://schemas.microsoft.com/office/drawing/2014/main" id="{F827E20F-449C-FD35-0420-0D0665538D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6840" y="6657945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B78D2D4-DCB9-0AD3-0C18-6C6757224C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6840" y="0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10600B0-1249-F5D8-D1B7-CC4F0AD64E0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410545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- Half Image -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48641" y="411481"/>
            <a:ext cx="5365327" cy="1189037"/>
          </a:xfrm>
        </p:spPr>
        <p:txBody>
          <a:bodyPr anchor="t" anchorCtr="0"/>
          <a:lstStyle>
            <a:lvl1pPr>
              <a:lnSpc>
                <a:spcPct val="80000"/>
              </a:lnSpc>
              <a:defRPr sz="4000" spc="-1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FD05FCA9-6234-AA37-16E9-CA72B744A81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8640" y="2148840"/>
            <a:ext cx="5365325" cy="4023360"/>
          </a:xfrm>
        </p:spPr>
        <p:txBody>
          <a:bodyPr/>
          <a:lstStyle>
            <a:lvl1pPr marL="0" indent="0">
              <a:spcBef>
                <a:spcPts val="1000"/>
              </a:spcBef>
              <a:buFontTx/>
              <a:buNone/>
              <a:defRPr/>
            </a:lvl1pPr>
            <a:lvl2pPr marL="182880" indent="-182880">
              <a:spcBef>
                <a:spcPts val="1000"/>
              </a:spcBef>
              <a:buFont typeface="Arial" panose="020B0604020202020204" pitchFamily="34" charset="0"/>
              <a:buChar char="▪"/>
              <a:defRPr/>
            </a:lvl2pPr>
            <a:lvl3pPr marL="365760">
              <a:defRPr/>
            </a:lvl3pPr>
            <a:lvl4pPr marL="548640">
              <a:defRPr/>
            </a:lvl4pPr>
            <a:lvl5pPr marL="731520">
              <a:defRPr/>
            </a:lvl5pPr>
            <a:lvl6pPr marL="914400">
              <a:defRPr/>
            </a:lvl6pPr>
            <a:lvl7pPr marL="1097280">
              <a:defRPr/>
            </a:lvl7pPr>
            <a:lvl8pPr marL="1280160">
              <a:defRPr/>
            </a:lvl8pPr>
            <a:lvl9pPr marL="1463040">
              <a:defRPr/>
            </a:lvl9pPr>
          </a:lstStyle>
          <a:p>
            <a:pPr lvl="0"/>
            <a:r>
              <a:rPr lang="en-US"/>
              <a:t>[Optional section description]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99F1DF14-7FE6-F760-F31F-7EF2AD60D9C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278037" y="1076324"/>
            <a:ext cx="5365748" cy="5095875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223B66-3A13-0C9F-B944-AC25D742AF96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971AFA9C-17DA-4726-B9E3-ADECF7729AF7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1544B9-C835-CF1D-D28F-2122F278951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79D051F2-C7C4-43BD-B552-C78CE0DE41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884385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79C0D1-24E4-F8B5-5008-90B631F446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AFA9C-17DA-4726-B9E3-ADECF7729AF7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FD0708B-B177-BDB5-031F-585D18C07E8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9D051F2-C7C4-43BD-B552-C78CE0DE41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51422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Only - Black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232747-3E71-8E75-327E-02C587769F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AFA9C-17DA-4726-B9E3-ADECF7729AF7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282339-D15E-F6F1-894B-9E005612155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9D051F2-C7C4-43BD-B552-C78CE0DE4128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5">
            <a:extLst>
              <a:ext uri="{FF2B5EF4-FFF2-40B4-BE49-F238E27FC236}">
                <a16:creationId xmlns:a16="http://schemas.microsoft.com/office/drawing/2014/main" id="{833783EA-3887-4D75-CFC6-A032432DD7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6840" y="6657945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C42907C-64C3-CBB8-169A-BB3EFFC55B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6840" y="0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44B3BC7-1721-F04F-32EA-9BA47104C8A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83531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663EDA0-A0A8-B169-0C67-503B7AD628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AFA9C-17DA-4726-B9E3-ADECF7729AF7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D91F9A-E3C3-E735-5763-00096014542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9D051F2-C7C4-43BD-B552-C78CE0DE41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50856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888">
          <p15:clr>
            <a:srgbClr val="A4A3A4"/>
          </p15:clr>
        </p15:guide>
        <p15:guide id="2" orient="horz" pos="1008">
          <p15:clr>
            <a:srgbClr val="A4A3A4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lank - Black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D7CC9F-EDC9-A6F7-DA66-4A306089A1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AFA9C-17DA-4726-B9E3-ADECF7729AF7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9D9C3A-06B5-D7B7-AE0A-005090EAD78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9D051F2-C7C4-43BD-B552-C78CE0DE4128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Rectangle 15">
            <a:extLst>
              <a:ext uri="{FF2B5EF4-FFF2-40B4-BE49-F238E27FC236}">
                <a16:creationId xmlns:a16="http://schemas.microsoft.com/office/drawing/2014/main" id="{B76758EE-15B3-7721-5E75-E147C88706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6840" y="6657945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CC5DC3A-1F9F-1C52-8FA1-007E776E4A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6840" y="0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9D1ED16-EB0F-ACBF-80D9-A9A76A8D752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677626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3888">
          <p15:clr>
            <a:srgbClr val="A4A3A4"/>
          </p15:clr>
        </p15:guide>
        <p15:guide id="2" orient="horz" pos="1008">
          <p15:clr>
            <a:srgbClr val="A4A3A4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hank You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">
            <a:extLst>
              <a:ext uri="{FF2B5EF4-FFF2-40B4-BE49-F238E27FC236}">
                <a16:creationId xmlns:a16="http://schemas.microsoft.com/office/drawing/2014/main" id="{9FBB499C-D22E-E02E-342C-293D573F4036}"/>
              </a:ext>
            </a:extLst>
          </p:cNvPr>
          <p:cNvSpPr txBox="1"/>
          <p:nvPr/>
        </p:nvSpPr>
        <p:spPr>
          <a:xfrm>
            <a:off x="548216" y="2148840"/>
            <a:ext cx="11094720" cy="13716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9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4800" cap="all" baseline="0">
                <a:solidFill>
                  <a:srgbClr val="FFCC01"/>
                </a:solidFill>
              </a:rPr>
              <a:t>THANK YOU.</a:t>
            </a:r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900DDD06-33DA-C48B-4271-22D241C5EC7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48218" y="4819414"/>
            <a:ext cx="5365749" cy="1371599"/>
          </a:xfrm>
        </p:spPr>
        <p:txBody>
          <a:bodyPr anchor="b" anchorCtr="0"/>
          <a:lstStyle>
            <a:lvl1pPr marL="0" indent="0">
              <a:spcBef>
                <a:spcPts val="0"/>
              </a:spcBef>
              <a:buFontTx/>
              <a:buNone/>
              <a:defRPr sz="1200"/>
            </a:lvl1pPr>
            <a:lvl2pPr marL="0" indent="0">
              <a:spcBef>
                <a:spcPts val="0"/>
              </a:spcBef>
              <a:buFontTx/>
              <a:buNone/>
              <a:defRPr sz="1200"/>
            </a:lvl2pPr>
            <a:lvl3pPr marL="0" indent="0">
              <a:spcBef>
                <a:spcPts val="0"/>
              </a:spcBef>
              <a:buFontTx/>
              <a:buNone/>
              <a:defRPr sz="1200"/>
            </a:lvl3pPr>
            <a:lvl4pPr marL="0" indent="0">
              <a:spcBef>
                <a:spcPts val="0"/>
              </a:spcBef>
              <a:buFontTx/>
              <a:buNone/>
              <a:defRPr sz="1200"/>
            </a:lvl4pPr>
            <a:lvl5pPr marL="0" indent="0">
              <a:spcBef>
                <a:spcPts val="0"/>
              </a:spcBef>
              <a:buFontTx/>
              <a:buNone/>
              <a:defRPr sz="1200"/>
            </a:lvl5pPr>
            <a:lvl6pPr marL="0" indent="0">
              <a:spcBef>
                <a:spcPts val="0"/>
              </a:spcBef>
              <a:buFontTx/>
              <a:buNone/>
              <a:defRPr sz="1200"/>
            </a:lvl6pPr>
            <a:lvl7pPr marL="0" indent="0">
              <a:spcBef>
                <a:spcPts val="0"/>
              </a:spcBef>
              <a:buFontTx/>
              <a:buNone/>
              <a:defRPr sz="1200"/>
            </a:lvl7pPr>
            <a:lvl8pPr marL="0" indent="0">
              <a:spcBef>
                <a:spcPts val="0"/>
              </a:spcBef>
              <a:buFontTx/>
              <a:buNone/>
              <a:defRPr sz="1200"/>
            </a:lvl8pPr>
            <a:lvl9pPr marL="0" indent="0">
              <a:spcBef>
                <a:spcPts val="0"/>
              </a:spcBef>
              <a:buFontTx/>
              <a:buNone/>
              <a:defRPr sz="1200"/>
            </a:lvl9pPr>
          </a:lstStyle>
          <a:p>
            <a:pPr lvl="0"/>
            <a:r>
              <a:rPr lang="en-US"/>
              <a:t>[Optional contact information]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D632A57-06FC-652E-6EE4-1F70D322E5B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971AFA9C-17DA-4726-B9E3-ADECF7729AF7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E1E829-FABB-578E-0154-2C87BBF4E6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D051F2-C7C4-43BD-B552-C78CE0DE4128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3490B06-8AF4-4B9B-7F1E-C2E93EEF2F6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577075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Logo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U.S. Army" descr="U.S. Army">
            <a:extLst>
              <a:ext uri="{FF2B5EF4-FFF2-40B4-BE49-F238E27FC236}">
                <a16:creationId xmlns:a16="http://schemas.microsoft.com/office/drawing/2014/main" id="{0B06A788-76BC-690C-D43E-FC2BDE0FB2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black">
          <a:xfrm>
            <a:off x="2827020" y="2194560"/>
            <a:ext cx="6537960" cy="2468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40503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49A25F-48AD-B7A3-3D9B-3DC3D785A8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312A15-0410-A7CA-A9D8-43BD6886A5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8027A1-7EB5-0678-EB0F-650BD7B194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AFA9C-17DA-4726-B9E3-ADECF7729AF7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BCD30D-C707-EB24-E631-D0451E6B5F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8F5385-DE6D-8457-5ACD-902B1E9353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D051F2-C7C4-43BD-B552-C78CE0DE41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288788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0D7D6D-A7B7-74EA-6F74-BAC9829640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238D3C-1A6F-289C-01D0-FC0269EF3E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96C649-11FB-438A-AD59-9806225D32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B33B82-9CC4-ADC8-65F7-7702DD6C0D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AFA9C-17DA-4726-B9E3-ADECF7729AF7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491D42-AB19-DC33-0C4F-15A205A2A0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55D150-C001-8E81-3EC1-3DDA1A9346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D051F2-C7C4-43BD-B552-C78CE0DE41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717601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E6D627-4126-76BB-49CC-802CFFF6F9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F3C272-A5FE-0B53-A485-80572D12E1F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64E39B-8710-B75C-19D6-9A82A326FA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456664-2E10-493D-CCC1-B9E27A5EB2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AFA9C-17DA-4726-B9E3-ADECF7729AF7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127F7E-8CC3-D827-3CEB-A0E08CA083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82C5AF-AA21-6708-D407-33B6906041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D051F2-C7C4-43BD-B552-C78CE0DE41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977117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Date Placeholder 19">
            <a:extLst>
              <a:ext uri="{FF2B5EF4-FFF2-40B4-BE49-F238E27FC236}">
                <a16:creationId xmlns:a16="http://schemas.microsoft.com/office/drawing/2014/main" id="{39F9F092-1A2E-3BC5-0D99-EE4B132543F8}"/>
              </a:ext>
            </a:extLst>
          </p:cNvPr>
          <p:cNvSpPr>
            <a:spLocks noGrp="1"/>
          </p:cNvSpPr>
          <p:nvPr>
            <p:ph type="dt" sz="half" idx="49"/>
          </p:nvPr>
        </p:nvSpPr>
        <p:spPr/>
        <p:txBody>
          <a:bodyPr/>
          <a:lstStyle/>
          <a:p>
            <a:fld id="{971AFA9C-17DA-4726-B9E3-ADECF7729AF7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4D3DAC6A-DFDF-B313-4DB4-FA56B489F422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/>
        <p:txBody>
          <a:bodyPr/>
          <a:lstStyle/>
          <a:p>
            <a:fld id="{79D051F2-C7C4-43BD-B552-C78CE0DE4128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Text Placeholder 30">
            <a:extLst>
              <a:ext uri="{FF2B5EF4-FFF2-40B4-BE49-F238E27FC236}">
                <a16:creationId xmlns:a16="http://schemas.microsoft.com/office/drawing/2014/main" id="{FC933DC4-3663-15AC-8A64-D7573EE2EC9F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47688" y="5133530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22" name="Text Placeholder 30">
            <a:extLst>
              <a:ext uri="{FF2B5EF4-FFF2-40B4-BE49-F238E27FC236}">
                <a16:creationId xmlns:a16="http://schemas.microsoft.com/office/drawing/2014/main" id="{1FE393D1-D968-8D71-45F7-5B4A7CEF5CF9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47688" y="4952738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23" name="Text Placeholder 30">
            <a:extLst>
              <a:ext uri="{FF2B5EF4-FFF2-40B4-BE49-F238E27FC236}">
                <a16:creationId xmlns:a16="http://schemas.microsoft.com/office/drawing/2014/main" id="{DF69BC8A-AD59-63A3-64A2-27F7496859F1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47688" y="5314322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CUI Category: </a:t>
            </a:r>
          </a:p>
        </p:txBody>
      </p:sp>
      <p:sp>
        <p:nvSpPr>
          <p:cNvPr id="24" name="Text Placeholder 30">
            <a:extLst>
              <a:ext uri="{FF2B5EF4-FFF2-40B4-BE49-F238E27FC236}">
                <a16:creationId xmlns:a16="http://schemas.microsoft.com/office/drawing/2014/main" id="{EDE4793B-EE3D-A719-6990-5D9F67CBAF13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547688" y="5495114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Distribution Statement: </a:t>
            </a:r>
          </a:p>
        </p:txBody>
      </p:sp>
      <p:sp>
        <p:nvSpPr>
          <p:cNvPr id="25" name="Text Placeholder 30">
            <a:extLst>
              <a:ext uri="{FF2B5EF4-FFF2-40B4-BE49-F238E27FC236}">
                <a16:creationId xmlns:a16="http://schemas.microsoft.com/office/drawing/2014/main" id="{A24EE18E-6DA7-CB84-1F21-8DF1C7482384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547688" y="5675906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POC: </a:t>
            </a:r>
          </a:p>
        </p:txBody>
      </p:sp>
      <p:sp>
        <p:nvSpPr>
          <p:cNvPr id="26" name="Text Placeholder 30">
            <a:extLst>
              <a:ext uri="{FF2B5EF4-FFF2-40B4-BE49-F238E27FC236}">
                <a16:creationId xmlns:a16="http://schemas.microsoft.com/office/drawing/2014/main" id="{AAEE65B4-7FC0-51E0-61A9-DA039122F268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1981200" y="5133530"/>
            <a:ext cx="3124934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30">
            <a:extLst>
              <a:ext uri="{FF2B5EF4-FFF2-40B4-BE49-F238E27FC236}">
                <a16:creationId xmlns:a16="http://schemas.microsoft.com/office/drawing/2014/main" id="{6483CD3B-2F61-38F8-2851-B10539781BDC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1981200" y="4952738"/>
            <a:ext cx="3124934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30">
            <a:extLst>
              <a:ext uri="{FF2B5EF4-FFF2-40B4-BE49-F238E27FC236}">
                <a16:creationId xmlns:a16="http://schemas.microsoft.com/office/drawing/2014/main" id="{F72C11EB-F1A8-B896-9775-C7ADA2F8325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981200" y="5314322"/>
            <a:ext cx="3124934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30">
            <a:extLst>
              <a:ext uri="{FF2B5EF4-FFF2-40B4-BE49-F238E27FC236}">
                <a16:creationId xmlns:a16="http://schemas.microsoft.com/office/drawing/2014/main" id="{4BF91907-2C5A-9E08-110C-64B850CA6482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1981200" y="5495114"/>
            <a:ext cx="3124934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30">
            <a:extLst>
              <a:ext uri="{FF2B5EF4-FFF2-40B4-BE49-F238E27FC236}">
                <a16:creationId xmlns:a16="http://schemas.microsoft.com/office/drawing/2014/main" id="{0F5C0BB3-E700-E0BE-1E5D-F32BFF0DB730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1981200" y="5675906"/>
            <a:ext cx="3124934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5" name="U.S. Army" descr="U.S. Army">
            <a:extLst>
              <a:ext uri="{FF2B5EF4-FFF2-40B4-BE49-F238E27FC236}">
                <a16:creationId xmlns:a16="http://schemas.microsoft.com/office/drawing/2014/main" id="{8765D769-2E19-A1D0-70F0-660B5118F3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black">
          <a:xfrm>
            <a:off x="244899" y="112631"/>
            <a:ext cx="3246120" cy="122580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367708F-A6ED-2C67-AAB2-F57AAA10F9A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  <p:grpSp>
        <p:nvGrpSpPr>
          <p:cNvPr id="4" name="Group">
            <a:extLst>
              <a:ext uri="{FF2B5EF4-FFF2-40B4-BE49-F238E27FC236}">
                <a16:creationId xmlns:a16="http://schemas.microsoft.com/office/drawing/2014/main" id="{0D2A18CE-EA59-FCDB-5CF9-72169831C6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48218" y="1974220"/>
            <a:ext cx="7173381" cy="2377440"/>
            <a:chOff x="411163" y="2240280"/>
            <a:chExt cx="6446837" cy="2377440"/>
          </a:xfrm>
        </p:grpSpPr>
        <p:sp>
          <p:nvSpPr>
            <p:cNvPr id="15" name="Rectangle">
              <a:extLst>
                <a:ext uri="{FF2B5EF4-FFF2-40B4-BE49-F238E27FC236}">
                  <a16:creationId xmlns:a16="http://schemas.microsoft.com/office/drawing/2014/main" id="{453FC9A3-D341-95FE-49D0-507EC65462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411163" y="2240280"/>
              <a:ext cx="6446837" cy="2377440"/>
            </a:xfrm>
            <a:prstGeom prst="rect">
              <a:avLst/>
            </a:prstGeom>
            <a:noFill/>
            <a:ln w="19050" cap="flat">
              <a:solidFill>
                <a:srgbClr val="FFCC01"/>
              </a:solidFill>
              <a:miter lim="800000"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00000"/>
                </a:lnSpc>
              </a:pPr>
              <a:endParaRPr lang="en-US" sz="1600"/>
            </a:p>
          </p:txBody>
        </p:sp>
        <p:cxnSp>
          <p:nvCxnSpPr>
            <p:cNvPr id="18" name="Line">
              <a:extLst>
                <a:ext uri="{FF2B5EF4-FFF2-40B4-BE49-F238E27FC236}">
                  <a16:creationId xmlns:a16="http://schemas.microsoft.com/office/drawing/2014/main" id="{2A030869-4AC4-CE94-F004-03103C4DBC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11163" y="3931920"/>
              <a:ext cx="6446837" cy="0"/>
            </a:xfrm>
            <a:prstGeom prst="line">
              <a:avLst/>
            </a:prstGeom>
            <a:ln w="19050" cap="flat">
              <a:solidFill>
                <a:srgbClr val="FFCC0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  <p:cxnSp>
          <p:nvCxnSpPr>
            <p:cNvPr id="19" name="Line">
              <a:extLst>
                <a:ext uri="{FF2B5EF4-FFF2-40B4-BE49-F238E27FC236}">
                  <a16:creationId xmlns:a16="http://schemas.microsoft.com/office/drawing/2014/main" id="{5AB8E5F3-02DC-C870-FF70-6B7F087F40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274795" y="3931920"/>
              <a:ext cx="0" cy="685800"/>
            </a:xfrm>
            <a:prstGeom prst="line">
              <a:avLst/>
            </a:prstGeom>
            <a:ln w="19050" cap="flat">
              <a:solidFill>
                <a:srgbClr val="FFCC0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</p:grpSp>
      <p:sp>
        <p:nvSpPr>
          <p:cNvPr id="31" name="Title 1">
            <a:extLst>
              <a:ext uri="{FF2B5EF4-FFF2-40B4-BE49-F238E27FC236}">
                <a16:creationId xmlns:a16="http://schemas.microsoft.com/office/drawing/2014/main" id="{0A3716E9-1A78-32FC-3DC4-30F60037386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4400" y="2202820"/>
            <a:ext cx="6429375" cy="1325880"/>
          </a:xfrm>
        </p:spPr>
        <p:txBody>
          <a:bodyPr anchor="t" anchorCtr="0"/>
          <a:lstStyle>
            <a:lvl1pPr algn="l">
              <a:lnSpc>
                <a:spcPct val="80000"/>
              </a:lnSpc>
              <a:defRPr sz="3600"/>
            </a:lvl1pPr>
          </a:lstStyle>
          <a:p>
            <a:r>
              <a:rPr kumimoji="0" lang="en-US" sz="3600" b="0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PRESENTATION TITLE</a:t>
            </a:r>
            <a:br>
              <a:rPr kumimoji="0" lang="en-US" sz="3600" b="0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</a:br>
            <a:r>
              <a:rPr kumimoji="0" lang="en-US" sz="3600" b="0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PRESENTATION TITLE</a:t>
            </a:r>
            <a:br>
              <a:rPr kumimoji="0" lang="en-US" sz="3600" b="0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</a:br>
            <a:r>
              <a:rPr kumimoji="0" lang="en-US" sz="3600" b="0" i="0" u="none" strike="noStrike" kern="1200" cap="all" spc="0" normalizeH="0" baseline="0" noProof="0">
                <a:ln>
                  <a:noFill/>
                </a:ln>
                <a:solidFill>
                  <a:srgbClr val="FFCC01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THREE LINES MAX</a:t>
            </a:r>
            <a:endParaRPr lang="en-US"/>
          </a:p>
        </p:txBody>
      </p:sp>
      <p:sp>
        <p:nvSpPr>
          <p:cNvPr id="32" name="Subtitle 2">
            <a:extLst>
              <a:ext uri="{FF2B5EF4-FFF2-40B4-BE49-F238E27FC236}">
                <a16:creationId xmlns:a16="http://schemas.microsoft.com/office/drawing/2014/main" id="{9BBCBD69-970D-2A8D-E951-CFBC732DBCF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1" y="3784732"/>
            <a:ext cx="3565524" cy="457200"/>
          </a:xfrm>
        </p:spPr>
        <p:txBody>
          <a:bodyPr anchor="ctr" anchorCtr="0"/>
          <a:lstStyle>
            <a:lvl1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  <a:lvl2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2pPr>
            <a:lvl3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3pPr>
            <a:lvl4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4pPr>
            <a:lvl5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5pPr>
            <a:lvl6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6pPr>
            <a:lvl7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7pPr>
            <a:lvl8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8pPr>
            <a:lvl9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9pPr>
          </a:lstStyle>
          <a:p>
            <a:r>
              <a:rPr lang="en-US"/>
              <a:t>[Presentation subtitle/description]</a:t>
            </a:r>
          </a:p>
        </p:txBody>
      </p:sp>
      <p:sp>
        <p:nvSpPr>
          <p:cNvPr id="33" name="Text Placeholder 3">
            <a:extLst>
              <a:ext uri="{FF2B5EF4-FFF2-40B4-BE49-F238E27FC236}">
                <a16:creationId xmlns:a16="http://schemas.microsoft.com/office/drawing/2014/main" id="{845FCD4C-F9C5-DECB-5274-6DEC95A50B5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12079" y="3784732"/>
            <a:ext cx="2131695" cy="457200"/>
          </a:xfrm>
        </p:spPr>
        <p:txBody>
          <a:bodyPr anchor="ctr" anchorCtr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1pPr>
            <a:lvl2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2pPr>
            <a:lvl3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3pPr>
            <a:lvl4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4pPr>
            <a:lvl5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5pPr>
            <a:lvl6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6pPr>
            <a:lvl7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7pPr>
            <a:lvl8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8pPr>
            <a:lvl9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[00 Month 0000]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10D24ED-E5F8-CA86-25F1-78110A690D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6840" y="0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  <p:sp>
        <p:nvSpPr>
          <p:cNvPr id="3" name="Rectangle 15">
            <a:extLst>
              <a:ext uri="{FF2B5EF4-FFF2-40B4-BE49-F238E27FC236}">
                <a16:creationId xmlns:a16="http://schemas.microsoft.com/office/drawing/2014/main" id="{5F51F9D9-5896-27C6-545B-841C41CB76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6840" y="6657945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</p:spTree>
    <p:extLst>
      <p:ext uri="{BB962C8B-B14F-4D97-AF65-F5344CB8AC3E}">
        <p14:creationId xmlns:p14="http://schemas.microsoft.com/office/powerpoint/2010/main" val="91892096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-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1B5714-1C67-5305-161F-BB8ABA64529E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971AFA9C-17DA-4726-B9E3-ADECF7729AF7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66A96F-567A-34EC-DC2C-66C406228A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D051F2-C7C4-43BD-B552-C78CE0DE4128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U.S. Army" descr="U.S. Army">
            <a:extLst>
              <a:ext uri="{FF2B5EF4-FFF2-40B4-BE49-F238E27FC236}">
                <a16:creationId xmlns:a16="http://schemas.microsoft.com/office/drawing/2014/main" id="{C4525471-71C4-E84C-06B5-CF4BA10994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black">
          <a:xfrm>
            <a:off x="180891" y="104974"/>
            <a:ext cx="3246120" cy="1225808"/>
          </a:xfrm>
          <a:prstGeom prst="rect">
            <a:avLst/>
          </a:prstGeom>
          <a:noFill/>
        </p:spPr>
      </p:pic>
      <p:sp>
        <p:nvSpPr>
          <p:cNvPr id="9" name="Text Placeholder 30">
            <a:extLst>
              <a:ext uri="{FF2B5EF4-FFF2-40B4-BE49-F238E27FC236}">
                <a16:creationId xmlns:a16="http://schemas.microsoft.com/office/drawing/2014/main" id="{00EB67EC-5954-991C-39BB-6509621390EB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47688" y="5133530"/>
            <a:ext cx="1335568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13" name="Text Placeholder 30">
            <a:extLst>
              <a:ext uri="{FF2B5EF4-FFF2-40B4-BE49-F238E27FC236}">
                <a16:creationId xmlns:a16="http://schemas.microsoft.com/office/drawing/2014/main" id="{E6059881-3615-6A80-014A-12F5EBBBE25A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47688" y="4952738"/>
            <a:ext cx="1335568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14" name="Text Placeholder 30">
            <a:extLst>
              <a:ext uri="{FF2B5EF4-FFF2-40B4-BE49-F238E27FC236}">
                <a16:creationId xmlns:a16="http://schemas.microsoft.com/office/drawing/2014/main" id="{E2D99AAA-01B9-ED71-F90F-711F200233EB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47688" y="5314322"/>
            <a:ext cx="1335568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CUI Category: </a:t>
            </a:r>
          </a:p>
        </p:txBody>
      </p:sp>
      <p:sp>
        <p:nvSpPr>
          <p:cNvPr id="16" name="Text Placeholder 30">
            <a:extLst>
              <a:ext uri="{FF2B5EF4-FFF2-40B4-BE49-F238E27FC236}">
                <a16:creationId xmlns:a16="http://schemas.microsoft.com/office/drawing/2014/main" id="{AA78AC6A-4B5E-2F9D-94D1-897336CBC5FD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547688" y="5495114"/>
            <a:ext cx="1335568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Distribution Statement: </a:t>
            </a:r>
          </a:p>
        </p:txBody>
      </p:sp>
      <p:sp>
        <p:nvSpPr>
          <p:cNvPr id="17" name="Text Placeholder 30">
            <a:extLst>
              <a:ext uri="{FF2B5EF4-FFF2-40B4-BE49-F238E27FC236}">
                <a16:creationId xmlns:a16="http://schemas.microsoft.com/office/drawing/2014/main" id="{E909E494-A135-FCDC-B270-D6B7047A3B14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547688" y="5675906"/>
            <a:ext cx="1335568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POC: </a:t>
            </a:r>
          </a:p>
        </p:txBody>
      </p:sp>
      <p:sp>
        <p:nvSpPr>
          <p:cNvPr id="18" name="Text Placeholder 30">
            <a:extLst>
              <a:ext uri="{FF2B5EF4-FFF2-40B4-BE49-F238E27FC236}">
                <a16:creationId xmlns:a16="http://schemas.microsoft.com/office/drawing/2014/main" id="{99D08674-52BB-F86B-32DC-93D0F45597F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1981200" y="5133530"/>
            <a:ext cx="3124934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0">
            <a:extLst>
              <a:ext uri="{FF2B5EF4-FFF2-40B4-BE49-F238E27FC236}">
                <a16:creationId xmlns:a16="http://schemas.microsoft.com/office/drawing/2014/main" id="{75B8A948-14E8-9F98-4694-85A4D577B42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1981200" y="4952738"/>
            <a:ext cx="3124934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0">
            <a:extLst>
              <a:ext uri="{FF2B5EF4-FFF2-40B4-BE49-F238E27FC236}">
                <a16:creationId xmlns:a16="http://schemas.microsoft.com/office/drawing/2014/main" id="{8594BC0E-E83A-A7AB-AD3C-A280B5A706D3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981200" y="5314322"/>
            <a:ext cx="3124934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30">
            <a:extLst>
              <a:ext uri="{FF2B5EF4-FFF2-40B4-BE49-F238E27FC236}">
                <a16:creationId xmlns:a16="http://schemas.microsoft.com/office/drawing/2014/main" id="{45C25EBB-0808-3B97-D5EC-84FE1867AB1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1981200" y="5495114"/>
            <a:ext cx="3124934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1EEF3E66-AAEE-1C6B-9049-032018F0EF1A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1981200" y="5675906"/>
            <a:ext cx="3124934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48" name="Group">
            <a:extLst>
              <a:ext uri="{FF2B5EF4-FFF2-40B4-BE49-F238E27FC236}">
                <a16:creationId xmlns:a16="http://schemas.microsoft.com/office/drawing/2014/main" id="{1D6D8113-2B65-BAC0-DBC2-601012CF01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48219" y="1974220"/>
            <a:ext cx="7173382" cy="2377440"/>
            <a:chOff x="411163" y="2240280"/>
            <a:chExt cx="6446837" cy="2377440"/>
          </a:xfrm>
        </p:grpSpPr>
        <p:sp>
          <p:nvSpPr>
            <p:cNvPr id="49" name="Rectangle">
              <a:extLst>
                <a:ext uri="{FF2B5EF4-FFF2-40B4-BE49-F238E27FC236}">
                  <a16:creationId xmlns:a16="http://schemas.microsoft.com/office/drawing/2014/main" id="{7528BC0B-D239-46B3-8ED2-9B82FDC07F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411163" y="2240280"/>
              <a:ext cx="6446837" cy="2377440"/>
            </a:xfrm>
            <a:prstGeom prst="rect">
              <a:avLst/>
            </a:prstGeom>
            <a:noFill/>
            <a:ln w="19050" cap="flat">
              <a:solidFill>
                <a:srgbClr val="221F20"/>
              </a:solidFill>
              <a:miter lim="800000"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00000"/>
                </a:lnSpc>
              </a:pPr>
              <a:endParaRPr lang="en-US" sz="1600"/>
            </a:p>
          </p:txBody>
        </p:sp>
        <p:cxnSp>
          <p:nvCxnSpPr>
            <p:cNvPr id="50" name="Line">
              <a:extLst>
                <a:ext uri="{FF2B5EF4-FFF2-40B4-BE49-F238E27FC236}">
                  <a16:creationId xmlns:a16="http://schemas.microsoft.com/office/drawing/2014/main" id="{435BD1FC-4390-71A4-34EE-951EFF0886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11163" y="3931920"/>
              <a:ext cx="6446837" cy="0"/>
            </a:xfrm>
            <a:prstGeom prst="line">
              <a:avLst/>
            </a:prstGeom>
            <a:ln w="19050" cap="flat">
              <a:solidFill>
                <a:srgbClr val="221F20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  <p:cxnSp>
          <p:nvCxnSpPr>
            <p:cNvPr id="51" name="Line">
              <a:extLst>
                <a:ext uri="{FF2B5EF4-FFF2-40B4-BE49-F238E27FC236}">
                  <a16:creationId xmlns:a16="http://schemas.microsoft.com/office/drawing/2014/main" id="{F4A81146-41CE-E3FA-3A50-29CA5D91DB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272796" y="3931920"/>
              <a:ext cx="0" cy="685800"/>
            </a:xfrm>
            <a:prstGeom prst="line">
              <a:avLst/>
            </a:prstGeom>
            <a:ln w="19050" cap="flat">
              <a:solidFill>
                <a:srgbClr val="221F20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</p:grpSp>
      <p:sp>
        <p:nvSpPr>
          <p:cNvPr id="52" name="Title 1">
            <a:extLst>
              <a:ext uri="{FF2B5EF4-FFF2-40B4-BE49-F238E27FC236}">
                <a16:creationId xmlns:a16="http://schemas.microsoft.com/office/drawing/2014/main" id="{34261743-5C6B-193D-74C7-FC918BD33CB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4399" y="2202820"/>
            <a:ext cx="6429375" cy="1325880"/>
          </a:xfrm>
        </p:spPr>
        <p:txBody>
          <a:bodyPr anchor="t" anchorCtr="0"/>
          <a:lstStyle>
            <a:lvl1pPr algn="l">
              <a:lnSpc>
                <a:spcPct val="80000"/>
              </a:lnSpc>
              <a:defRPr sz="3600"/>
            </a:lvl1pPr>
          </a:lstStyle>
          <a:p>
            <a:r>
              <a:rPr lang="en-US"/>
              <a:t>Presentation title</a:t>
            </a:r>
            <a:br>
              <a:rPr lang="en-US"/>
            </a:br>
            <a:r>
              <a:rPr lang="en-US"/>
              <a:t>PRESENTATION TITLE</a:t>
            </a:r>
            <a:br>
              <a:rPr lang="en-US"/>
            </a:br>
            <a:r>
              <a:rPr lang="en-US"/>
              <a:t>THREE LINES MAX</a:t>
            </a:r>
          </a:p>
        </p:txBody>
      </p:sp>
      <p:sp>
        <p:nvSpPr>
          <p:cNvPr id="53" name="Subtitle 2">
            <a:extLst>
              <a:ext uri="{FF2B5EF4-FFF2-40B4-BE49-F238E27FC236}">
                <a16:creationId xmlns:a16="http://schemas.microsoft.com/office/drawing/2014/main" id="{09DA0322-2B5C-8F10-EE8B-1FE75C5A5BF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0" y="3784732"/>
            <a:ext cx="3565525" cy="457200"/>
          </a:xfrm>
        </p:spPr>
        <p:txBody>
          <a:bodyPr anchor="ctr" anchorCtr="0"/>
          <a:lstStyle>
            <a:lvl1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  <a:lvl2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2pPr>
            <a:lvl3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3pPr>
            <a:lvl4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4pPr>
            <a:lvl5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5pPr>
            <a:lvl6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6pPr>
            <a:lvl7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7pPr>
            <a:lvl8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8pPr>
            <a:lvl9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9pPr>
          </a:lstStyle>
          <a:p>
            <a:r>
              <a:rPr lang="en-US"/>
              <a:t>[Presentation subtitle/description]</a:t>
            </a:r>
          </a:p>
        </p:txBody>
      </p:sp>
      <p:sp>
        <p:nvSpPr>
          <p:cNvPr id="54" name="Text Placeholder 3">
            <a:extLst>
              <a:ext uri="{FF2B5EF4-FFF2-40B4-BE49-F238E27FC236}">
                <a16:creationId xmlns:a16="http://schemas.microsoft.com/office/drawing/2014/main" id="{76359DCF-E748-9D74-A7A5-1B8C52B3E36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12079" y="3784732"/>
            <a:ext cx="2131695" cy="457200"/>
          </a:xfrm>
        </p:spPr>
        <p:txBody>
          <a:bodyPr anchor="ctr" anchorCtr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1pPr>
            <a:lvl2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2pPr>
            <a:lvl3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3pPr>
            <a:lvl4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4pPr>
            <a:lvl5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5pPr>
            <a:lvl6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6pPr>
            <a:lvl7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7pPr>
            <a:lvl8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8pPr>
            <a:lvl9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[00 Month 0000]</a:t>
            </a:r>
          </a:p>
        </p:txBody>
      </p:sp>
    </p:spTree>
    <p:extLst>
      <p:ext uri="{BB962C8B-B14F-4D97-AF65-F5344CB8AC3E}">
        <p14:creationId xmlns:p14="http://schemas.microsoft.com/office/powerpoint/2010/main" val="227646085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- Imag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Date Placeholder 19">
            <a:extLst>
              <a:ext uri="{FF2B5EF4-FFF2-40B4-BE49-F238E27FC236}">
                <a16:creationId xmlns:a16="http://schemas.microsoft.com/office/drawing/2014/main" id="{F9D3AB9C-26E9-8E88-3B55-B4A5EC7C31F2}"/>
              </a:ext>
            </a:extLst>
          </p:cNvPr>
          <p:cNvSpPr>
            <a:spLocks noGrp="1"/>
          </p:cNvSpPr>
          <p:nvPr>
            <p:ph type="dt" sz="half" idx="49"/>
          </p:nvPr>
        </p:nvSpPr>
        <p:spPr/>
        <p:txBody>
          <a:bodyPr/>
          <a:lstStyle/>
          <a:p>
            <a:fld id="{971AFA9C-17DA-4726-B9E3-ADECF7729AF7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CF1316F0-9F13-53EA-1597-09232B2FF1AB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/>
        <p:txBody>
          <a:bodyPr/>
          <a:lstStyle/>
          <a:p>
            <a:fld id="{79D051F2-C7C4-43BD-B552-C78CE0DE4128}" type="slidenum">
              <a:rPr lang="en-US" smtClean="0"/>
              <a:t>‹#›</a:t>
            </a:fld>
            <a:endParaRPr lang="en-US"/>
          </a:p>
        </p:txBody>
      </p:sp>
      <p:pic>
        <p:nvPicPr>
          <p:cNvPr id="5" name="U.S. Army" descr="U.S. Army">
            <a:extLst>
              <a:ext uri="{FF2B5EF4-FFF2-40B4-BE49-F238E27FC236}">
                <a16:creationId xmlns:a16="http://schemas.microsoft.com/office/drawing/2014/main" id="{499EE878-E6B9-0543-B958-85A17AE36A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black">
          <a:xfrm>
            <a:off x="244899" y="112631"/>
            <a:ext cx="3246120" cy="1225808"/>
          </a:xfrm>
          <a:prstGeom prst="rect">
            <a:avLst/>
          </a:prstGeom>
        </p:spPr>
      </p:pic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96CD17E6-26AB-FBB2-220C-D5185212C519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47688" y="5133530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9" name="Text Placeholder 30">
            <a:extLst>
              <a:ext uri="{FF2B5EF4-FFF2-40B4-BE49-F238E27FC236}">
                <a16:creationId xmlns:a16="http://schemas.microsoft.com/office/drawing/2014/main" id="{FCD1ED33-CCD9-E1B6-327A-71BC6F62C4DB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47688" y="4952738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11" name="Text Placeholder 30">
            <a:extLst>
              <a:ext uri="{FF2B5EF4-FFF2-40B4-BE49-F238E27FC236}">
                <a16:creationId xmlns:a16="http://schemas.microsoft.com/office/drawing/2014/main" id="{A255632D-60F3-C439-D931-6B2874E894D7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47688" y="5314322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CUI Category: </a:t>
            </a:r>
          </a:p>
        </p:txBody>
      </p:sp>
      <p:sp>
        <p:nvSpPr>
          <p:cNvPr id="12" name="Text Placeholder 30">
            <a:extLst>
              <a:ext uri="{FF2B5EF4-FFF2-40B4-BE49-F238E27FC236}">
                <a16:creationId xmlns:a16="http://schemas.microsoft.com/office/drawing/2014/main" id="{0BD3A2B1-9D40-83E3-4243-B4A52B6A636E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547688" y="5495114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Distribution Statement: </a:t>
            </a:r>
          </a:p>
        </p:txBody>
      </p:sp>
      <p:sp>
        <p:nvSpPr>
          <p:cNvPr id="14" name="Text Placeholder 30">
            <a:extLst>
              <a:ext uri="{FF2B5EF4-FFF2-40B4-BE49-F238E27FC236}">
                <a16:creationId xmlns:a16="http://schemas.microsoft.com/office/drawing/2014/main" id="{7AADD113-BD09-95AA-FFBA-DCC255F69FAA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547688" y="5675906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POC: </a:t>
            </a:r>
          </a:p>
        </p:txBody>
      </p:sp>
      <p:sp>
        <p:nvSpPr>
          <p:cNvPr id="15" name="Text Placeholder 30">
            <a:extLst>
              <a:ext uri="{FF2B5EF4-FFF2-40B4-BE49-F238E27FC236}">
                <a16:creationId xmlns:a16="http://schemas.microsoft.com/office/drawing/2014/main" id="{A9D52B79-92E5-4D64-1757-D13A0674723F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1981200" y="5133530"/>
            <a:ext cx="3124934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0">
            <a:extLst>
              <a:ext uri="{FF2B5EF4-FFF2-40B4-BE49-F238E27FC236}">
                <a16:creationId xmlns:a16="http://schemas.microsoft.com/office/drawing/2014/main" id="{DF04F3CB-62F5-7A9F-E397-4800E51C0E2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1981200" y="4952738"/>
            <a:ext cx="3124934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30">
            <a:extLst>
              <a:ext uri="{FF2B5EF4-FFF2-40B4-BE49-F238E27FC236}">
                <a16:creationId xmlns:a16="http://schemas.microsoft.com/office/drawing/2014/main" id="{DA62CE27-72C2-A083-C796-4F047A2FF421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981200" y="5314322"/>
            <a:ext cx="3124934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30">
            <a:extLst>
              <a:ext uri="{FF2B5EF4-FFF2-40B4-BE49-F238E27FC236}">
                <a16:creationId xmlns:a16="http://schemas.microsoft.com/office/drawing/2014/main" id="{52DBCCDB-5EAD-73A2-7911-8AF50B29DC4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1981200" y="5495114"/>
            <a:ext cx="3124934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0">
            <a:extLst>
              <a:ext uri="{FF2B5EF4-FFF2-40B4-BE49-F238E27FC236}">
                <a16:creationId xmlns:a16="http://schemas.microsoft.com/office/drawing/2014/main" id="{90D5656D-B16A-18B1-A790-538AB817A94E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1981200" y="5675906"/>
            <a:ext cx="3124934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3" name="Group">
            <a:extLst>
              <a:ext uri="{FF2B5EF4-FFF2-40B4-BE49-F238E27FC236}">
                <a16:creationId xmlns:a16="http://schemas.microsoft.com/office/drawing/2014/main" id="{732179A9-275F-FEF3-042C-4AB3B9CBCA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48218" y="1974220"/>
            <a:ext cx="7173381" cy="2377440"/>
            <a:chOff x="411163" y="2240280"/>
            <a:chExt cx="6446837" cy="2377440"/>
          </a:xfrm>
        </p:grpSpPr>
        <p:sp>
          <p:nvSpPr>
            <p:cNvPr id="24" name="Rectangle">
              <a:extLst>
                <a:ext uri="{FF2B5EF4-FFF2-40B4-BE49-F238E27FC236}">
                  <a16:creationId xmlns:a16="http://schemas.microsoft.com/office/drawing/2014/main" id="{B785B252-84B5-5634-9FB4-0C23629312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411163" y="2240280"/>
              <a:ext cx="6446837" cy="2377440"/>
            </a:xfrm>
            <a:prstGeom prst="rect">
              <a:avLst/>
            </a:prstGeom>
            <a:noFill/>
            <a:ln w="19050" cap="flat">
              <a:solidFill>
                <a:srgbClr val="FFCC01"/>
              </a:solidFill>
              <a:miter lim="800000"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00000"/>
                </a:lnSpc>
              </a:pPr>
              <a:endParaRPr lang="en-US" sz="1600"/>
            </a:p>
          </p:txBody>
        </p:sp>
        <p:cxnSp>
          <p:nvCxnSpPr>
            <p:cNvPr id="25" name="Line">
              <a:extLst>
                <a:ext uri="{FF2B5EF4-FFF2-40B4-BE49-F238E27FC236}">
                  <a16:creationId xmlns:a16="http://schemas.microsoft.com/office/drawing/2014/main" id="{1DF8A784-7C74-A05E-2009-0B4EC38FF5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11163" y="3931920"/>
              <a:ext cx="6446837" cy="0"/>
            </a:xfrm>
            <a:prstGeom prst="line">
              <a:avLst/>
            </a:prstGeom>
            <a:ln w="19050" cap="flat">
              <a:solidFill>
                <a:srgbClr val="FFCC0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  <p:cxnSp>
          <p:nvCxnSpPr>
            <p:cNvPr id="26" name="Line">
              <a:extLst>
                <a:ext uri="{FF2B5EF4-FFF2-40B4-BE49-F238E27FC236}">
                  <a16:creationId xmlns:a16="http://schemas.microsoft.com/office/drawing/2014/main" id="{2E02CEE1-988F-0417-BE5F-BA01AFD1B2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274795" y="3931920"/>
              <a:ext cx="0" cy="685800"/>
            </a:xfrm>
            <a:prstGeom prst="line">
              <a:avLst/>
            </a:prstGeom>
            <a:ln w="19050" cap="flat">
              <a:solidFill>
                <a:srgbClr val="FFCC0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</p:grpSp>
      <p:sp>
        <p:nvSpPr>
          <p:cNvPr id="27" name="Title 1">
            <a:extLst>
              <a:ext uri="{FF2B5EF4-FFF2-40B4-BE49-F238E27FC236}">
                <a16:creationId xmlns:a16="http://schemas.microsoft.com/office/drawing/2014/main" id="{63A7B886-8E04-5007-BB32-A7D7AE38413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4401" y="2202820"/>
            <a:ext cx="6429374" cy="1325880"/>
          </a:xfrm>
        </p:spPr>
        <p:txBody>
          <a:bodyPr anchor="t" anchorCtr="0"/>
          <a:lstStyle>
            <a:lvl1pPr algn="l">
              <a:lnSpc>
                <a:spcPct val="80000"/>
              </a:lnSpc>
              <a:defRPr sz="3600"/>
            </a:lvl1pPr>
          </a:lstStyle>
          <a:p>
            <a:r>
              <a:rPr lang="en-US"/>
              <a:t>Presentation title</a:t>
            </a:r>
            <a:br>
              <a:rPr lang="en-US"/>
            </a:br>
            <a:r>
              <a:rPr lang="en-US"/>
              <a:t>PRESENTATION TITLE</a:t>
            </a:r>
            <a:br>
              <a:rPr lang="en-US"/>
            </a:br>
            <a:r>
              <a:rPr lang="en-US"/>
              <a:t>THREE LINES MAX</a:t>
            </a:r>
          </a:p>
        </p:txBody>
      </p:sp>
      <p:sp>
        <p:nvSpPr>
          <p:cNvPr id="28" name="Subtitle 2">
            <a:extLst>
              <a:ext uri="{FF2B5EF4-FFF2-40B4-BE49-F238E27FC236}">
                <a16:creationId xmlns:a16="http://schemas.microsoft.com/office/drawing/2014/main" id="{378B44EF-38A4-9707-9ED0-23F22C855CA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1" y="3784732"/>
            <a:ext cx="3565524" cy="457200"/>
          </a:xfrm>
        </p:spPr>
        <p:txBody>
          <a:bodyPr anchor="ctr" anchorCtr="0"/>
          <a:lstStyle>
            <a:lvl1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  <a:lvl2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2pPr>
            <a:lvl3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3pPr>
            <a:lvl4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4pPr>
            <a:lvl5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5pPr>
            <a:lvl6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6pPr>
            <a:lvl7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7pPr>
            <a:lvl8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8pPr>
            <a:lvl9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9pPr>
          </a:lstStyle>
          <a:p>
            <a:r>
              <a:rPr lang="en-US"/>
              <a:t>[Presentation subtitle/description]</a:t>
            </a:r>
          </a:p>
        </p:txBody>
      </p:sp>
      <p:sp>
        <p:nvSpPr>
          <p:cNvPr id="29" name="Text Placeholder 3">
            <a:extLst>
              <a:ext uri="{FF2B5EF4-FFF2-40B4-BE49-F238E27FC236}">
                <a16:creationId xmlns:a16="http://schemas.microsoft.com/office/drawing/2014/main" id="{6EB225BD-8BA1-27E0-7708-54249ED7D35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12079" y="3784732"/>
            <a:ext cx="2131695" cy="457200"/>
          </a:xfrm>
        </p:spPr>
        <p:txBody>
          <a:bodyPr anchor="ctr" anchorCtr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1pPr>
            <a:lvl2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2pPr>
            <a:lvl3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3pPr>
            <a:lvl4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4pPr>
            <a:lvl5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5pPr>
            <a:lvl6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6pPr>
            <a:lvl7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7pPr>
            <a:lvl8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8pPr>
            <a:lvl9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[00 Month 0000]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7DA15189-0EE0-5679-2F6C-19C49A630D8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  <p:sp>
        <p:nvSpPr>
          <p:cNvPr id="2" name="Rectangle 15">
            <a:extLst>
              <a:ext uri="{FF2B5EF4-FFF2-40B4-BE49-F238E27FC236}">
                <a16:creationId xmlns:a16="http://schemas.microsoft.com/office/drawing/2014/main" id="{D4C88638-6856-0BEB-48E7-78E46B7E57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6840" y="6657945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DCC2702-2764-1DE3-1940-31386289C0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6840" y="0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</p:spTree>
    <p:extLst>
      <p:ext uri="{BB962C8B-B14F-4D97-AF65-F5344CB8AC3E}">
        <p14:creationId xmlns:p14="http://schemas.microsoft.com/office/powerpoint/2010/main" val="380862432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600198"/>
            <a:ext cx="6795136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FBB89F-F200-3967-06C8-C1B71C7F0FF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8640" y="6629400"/>
            <a:ext cx="822960" cy="228600"/>
          </a:xfrm>
        </p:spPr>
        <p:txBody>
          <a:bodyPr lIns="0"/>
          <a:lstStyle/>
          <a:p>
            <a:fld id="{971AFA9C-17DA-4726-B9E3-ADECF7729AF7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C0BAD3-337A-DC60-A7ED-BF13F082626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245104" y="6629400"/>
            <a:ext cx="399210" cy="228600"/>
          </a:xfrm>
        </p:spPr>
        <p:txBody>
          <a:bodyPr rIns="0"/>
          <a:lstStyle/>
          <a:p>
            <a:fld id="{79D051F2-C7C4-43BD-B552-C78CE0DE41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18372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39" y="1600200"/>
            <a:ext cx="536448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78879" y="1600200"/>
            <a:ext cx="536448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43576077-E818-BDF1-A607-CD8784277F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AFA9C-17DA-4726-B9E3-ADECF7729AF7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B9DE45-E855-FE62-197B-32BBD9BBBA5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9D051F2-C7C4-43BD-B552-C78CE0DE41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87816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A9713ED7-122D-D0BC-7C53-E1C615A94F8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39" y="1600200"/>
            <a:ext cx="3450336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70832" y="1600200"/>
            <a:ext cx="3450336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8193023" y="1600200"/>
            <a:ext cx="3450336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7645ED9-A46E-B9F8-0D30-36DF4C37823A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971AFA9C-17DA-4726-B9E3-ADECF7729AF7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7D0D458-416D-011B-0311-0C2B249BFF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D051F2-C7C4-43BD-B552-C78CE0DE41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90094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561ED6E9-4BFC-F986-93E1-1249E94D97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41" y="1600200"/>
            <a:ext cx="2499359" cy="4572000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13761" y="1600200"/>
            <a:ext cx="2499359" cy="4572000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278881" y="1600200"/>
            <a:ext cx="2499359" cy="4572000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144001" y="1600200"/>
            <a:ext cx="2499359" cy="4572000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99E75897-C7CA-D608-954E-EA24E33CBEB8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971AFA9C-17DA-4726-B9E3-ADECF7729AF7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F00C8CD-D32C-E34D-BB8E-34B4CB816D3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79D051F2-C7C4-43BD-B552-C78CE0DE41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70938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561ED6E9-4BFC-F986-93E1-1249E94D97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2FDCDCBF-BE41-ACC6-2307-F24F0B601969}"/>
              </a:ext>
            </a:extLst>
          </p:cNvPr>
          <p:cNvSpPr>
            <a:spLocks noGrp="1" noChangeAspect="1"/>
          </p:cNvSpPr>
          <p:nvPr>
            <p:ph type="pic" sz="quarter" idx="12" hasCustomPrompt="1"/>
          </p:nvPr>
        </p:nvSpPr>
        <p:spPr>
          <a:xfrm>
            <a:off x="548640" y="1600200"/>
            <a:ext cx="557784" cy="555498"/>
          </a:xfrm>
        </p:spPr>
        <p:txBody>
          <a:bodyPr anchor="ctr" anchorCtr="0"/>
          <a:lstStyle>
            <a:lvl1pPr marL="0" indent="0" algn="ctr">
              <a:buFontTx/>
              <a:buNone/>
              <a:defRPr sz="800"/>
            </a:lvl1pPr>
          </a:lstStyle>
          <a:p>
            <a:r>
              <a:rPr lang="en-US"/>
              <a:t>[Icon]</a:t>
            </a:r>
          </a:p>
        </p:txBody>
      </p:sp>
      <p:sp>
        <p:nvSpPr>
          <p:cNvPr id="3" name="Content Placeholder 3"/>
          <p:cNvSpPr>
            <a:spLocks noGrp="1"/>
          </p:cNvSpPr>
          <p:nvPr>
            <p:ph sz="half" idx="1"/>
          </p:nvPr>
        </p:nvSpPr>
        <p:spPr>
          <a:xfrm>
            <a:off x="548641" y="2285998"/>
            <a:ext cx="2499359" cy="3886202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C7652FE0-2E63-C05D-5D80-EE5429B0A7EE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3413760" y="1600200"/>
            <a:ext cx="557784" cy="557784"/>
          </a:xfrm>
        </p:spPr>
        <p:txBody>
          <a:bodyPr anchor="ctr" anchorCtr="0"/>
          <a:lstStyle>
            <a:lvl1pPr marL="0" indent="0" algn="ctr">
              <a:buFontTx/>
              <a:buNone/>
              <a:defRPr sz="800"/>
            </a:lvl1pPr>
          </a:lstStyle>
          <a:p>
            <a:r>
              <a:rPr lang="en-US"/>
              <a:t>[Icon]</a:t>
            </a:r>
          </a:p>
        </p:txBody>
      </p:sp>
      <p:sp>
        <p:nvSpPr>
          <p:cNvPr id="4" name="Content Placeholder 5"/>
          <p:cNvSpPr>
            <a:spLocks noGrp="1"/>
          </p:cNvSpPr>
          <p:nvPr>
            <p:ph sz="half" idx="2"/>
          </p:nvPr>
        </p:nvSpPr>
        <p:spPr>
          <a:xfrm>
            <a:off x="3413761" y="2285998"/>
            <a:ext cx="2499359" cy="3886202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B76F3E0A-3A89-0179-6808-7B86658B2939}"/>
              </a:ext>
            </a:extLst>
          </p:cNvPr>
          <p:cNvSpPr>
            <a:spLocks noGrp="1" noChangeAspect="1"/>
          </p:cNvSpPr>
          <p:nvPr>
            <p:ph type="pic" sz="quarter" idx="14" hasCustomPrompt="1"/>
          </p:nvPr>
        </p:nvSpPr>
        <p:spPr>
          <a:xfrm>
            <a:off x="6278880" y="1600200"/>
            <a:ext cx="557784" cy="557784"/>
          </a:xfrm>
        </p:spPr>
        <p:txBody>
          <a:bodyPr anchor="ctr" anchorCtr="0"/>
          <a:lstStyle>
            <a:lvl1pPr marL="0" indent="0" algn="ctr">
              <a:buFontTx/>
              <a:buNone/>
              <a:defRPr sz="800"/>
            </a:lvl1pPr>
          </a:lstStyle>
          <a:p>
            <a:r>
              <a:rPr lang="en-US"/>
              <a:t>[Icon]</a:t>
            </a:r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278881" y="2285998"/>
            <a:ext cx="2499359" cy="3886202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Picture Placeholder 8">
            <a:extLst>
              <a:ext uri="{FF2B5EF4-FFF2-40B4-BE49-F238E27FC236}">
                <a16:creationId xmlns:a16="http://schemas.microsoft.com/office/drawing/2014/main" id="{83E5AF74-1A89-50D1-F570-2D5345102584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9144000" y="1600200"/>
            <a:ext cx="557784" cy="557784"/>
          </a:xfrm>
        </p:spPr>
        <p:txBody>
          <a:bodyPr anchor="ctr" anchorCtr="0"/>
          <a:lstStyle>
            <a:lvl1pPr marL="0" indent="0" algn="ctr">
              <a:buFontTx/>
              <a:buNone/>
              <a:defRPr sz="800"/>
            </a:lvl1pPr>
          </a:lstStyle>
          <a:p>
            <a:r>
              <a:rPr lang="en-US"/>
              <a:t>[Icon]</a:t>
            </a:r>
          </a:p>
        </p:txBody>
      </p:sp>
      <p:sp>
        <p:nvSpPr>
          <p:cNvPr id="5" name="Content Placeholder 9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144001" y="2285998"/>
            <a:ext cx="2499359" cy="3886202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8B7C8174-B194-B25B-91AA-597E72C81310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971AFA9C-17DA-4726-B9E3-ADECF7729AF7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089FF259-217B-3F10-C738-AE2C6A9EE83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79D051F2-C7C4-43BD-B552-C78CE0DE41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10290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4 Numbers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354C21BF-3440-8CAE-0A59-466346C771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cxnSp>
        <p:nvCxnSpPr>
          <p:cNvPr id="15" name="Line">
            <a:extLst>
              <a:ext uri="{FF2B5EF4-FFF2-40B4-BE49-F238E27FC236}">
                <a16:creationId xmlns:a16="http://schemas.microsoft.com/office/drawing/2014/main" id="{8412A77E-32D6-ECE7-C58C-21E3C08D8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4864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3" name="TextBox">
            <a:extLst>
              <a:ext uri="{FF2B5EF4-FFF2-40B4-BE49-F238E27FC236}">
                <a16:creationId xmlns:a16="http://schemas.microsoft.com/office/drawing/2014/main" id="{AF47D3F9-758C-0713-980A-E6E56BBC1088}"/>
              </a:ext>
            </a:extLst>
          </p:cNvPr>
          <p:cNvSpPr txBox="1"/>
          <p:nvPr/>
        </p:nvSpPr>
        <p:spPr>
          <a:xfrm>
            <a:off x="54864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41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FontTx/>
              <a:buNone/>
              <a:defRPr sz="1300">
                <a:solidFill>
                  <a:schemeClr val="tx1"/>
                </a:solidFill>
              </a:defRPr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>
                <a:solidFill>
                  <a:schemeClr val="tx1"/>
                </a:solidFill>
              </a:defRPr>
            </a:lvl2pPr>
            <a:lvl3pPr marL="274320" indent="-137160">
              <a:defRPr sz="1300">
                <a:solidFill>
                  <a:schemeClr val="tx1"/>
                </a:solidFill>
              </a:defRPr>
            </a:lvl3pPr>
            <a:lvl4pPr marL="411480" indent="-137160">
              <a:defRPr sz="1300">
                <a:solidFill>
                  <a:schemeClr val="tx1"/>
                </a:solidFill>
              </a:defRPr>
            </a:lvl4pPr>
            <a:lvl5pPr marL="548640" indent="-137160">
              <a:defRPr sz="1300">
                <a:solidFill>
                  <a:schemeClr val="tx1"/>
                </a:solidFill>
              </a:defRPr>
            </a:lvl5pPr>
            <a:lvl6pPr marL="685800" indent="-137160">
              <a:defRPr sz="1300">
                <a:solidFill>
                  <a:schemeClr val="tx1"/>
                </a:solidFill>
              </a:defRPr>
            </a:lvl6pPr>
            <a:lvl7pPr marL="822960" indent="-137160">
              <a:defRPr sz="1300">
                <a:solidFill>
                  <a:schemeClr val="tx1"/>
                </a:solidFill>
              </a:defRPr>
            </a:lvl7pPr>
            <a:lvl8pPr marL="960120" indent="-137160">
              <a:defRPr sz="1300">
                <a:solidFill>
                  <a:schemeClr val="tx1"/>
                </a:solidFill>
              </a:defRPr>
            </a:lvl8pPr>
            <a:lvl9pPr marL="1097280" indent="-137160">
              <a:defRPr sz="13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D7771284-6191-6AE5-C8DC-E26F4DD280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41376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0" name="TextBox">
            <a:extLst>
              <a:ext uri="{FF2B5EF4-FFF2-40B4-BE49-F238E27FC236}">
                <a16:creationId xmlns:a16="http://schemas.microsoft.com/office/drawing/2014/main" id="{0D9A8745-BD6D-12B2-16DF-02CB2BB85704}"/>
              </a:ext>
            </a:extLst>
          </p:cNvPr>
          <p:cNvSpPr txBox="1"/>
          <p:nvPr/>
        </p:nvSpPr>
        <p:spPr>
          <a:xfrm>
            <a:off x="341376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02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13761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>
                <a:solidFill>
                  <a:schemeClr val="tx1"/>
                </a:solidFill>
              </a:defRPr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>
                <a:solidFill>
                  <a:schemeClr val="tx1"/>
                </a:solidFill>
              </a:defRPr>
            </a:lvl2pPr>
            <a:lvl3pPr marL="274320" indent="-137160">
              <a:defRPr sz="1300">
                <a:solidFill>
                  <a:schemeClr val="tx1"/>
                </a:solidFill>
              </a:defRPr>
            </a:lvl3pPr>
            <a:lvl4pPr marL="411480" indent="-137160">
              <a:defRPr sz="1300">
                <a:solidFill>
                  <a:schemeClr val="tx1"/>
                </a:solidFill>
              </a:defRPr>
            </a:lvl4pPr>
            <a:lvl5pPr marL="548640" indent="-137160">
              <a:defRPr sz="1300">
                <a:solidFill>
                  <a:schemeClr val="tx1"/>
                </a:solidFill>
              </a:defRPr>
            </a:lvl5pPr>
            <a:lvl6pPr marL="685800" indent="-137160">
              <a:defRPr sz="1300">
                <a:solidFill>
                  <a:schemeClr val="tx1"/>
                </a:solidFill>
              </a:defRPr>
            </a:lvl6pPr>
            <a:lvl7pPr marL="822960" indent="-137160">
              <a:defRPr sz="1300">
                <a:solidFill>
                  <a:schemeClr val="tx1"/>
                </a:solidFill>
              </a:defRPr>
            </a:lvl7pPr>
            <a:lvl8pPr marL="960120" indent="-137160">
              <a:defRPr sz="1300">
                <a:solidFill>
                  <a:schemeClr val="tx1"/>
                </a:solidFill>
              </a:defRPr>
            </a:lvl8pPr>
            <a:lvl9pPr marL="1097280" indent="-137160">
              <a:defRPr sz="13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Line">
            <a:extLst>
              <a:ext uri="{FF2B5EF4-FFF2-40B4-BE49-F238E27FC236}">
                <a16:creationId xmlns:a16="http://schemas.microsoft.com/office/drawing/2014/main" id="{7F3E6C41-3F3A-5394-DD39-6844F7E13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27888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2" name="TextBox">
            <a:extLst>
              <a:ext uri="{FF2B5EF4-FFF2-40B4-BE49-F238E27FC236}">
                <a16:creationId xmlns:a16="http://schemas.microsoft.com/office/drawing/2014/main" id="{BBB1FB2A-A05A-0E6A-2901-52A7D695A891}"/>
              </a:ext>
            </a:extLst>
          </p:cNvPr>
          <p:cNvSpPr txBox="1"/>
          <p:nvPr/>
        </p:nvSpPr>
        <p:spPr>
          <a:xfrm>
            <a:off x="627888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03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278881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>
                <a:solidFill>
                  <a:schemeClr val="tx1"/>
                </a:solidFill>
              </a:defRPr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>
                <a:solidFill>
                  <a:schemeClr val="tx1"/>
                </a:solidFill>
              </a:defRPr>
            </a:lvl2pPr>
            <a:lvl3pPr marL="274320" indent="-137160">
              <a:defRPr sz="1300">
                <a:solidFill>
                  <a:schemeClr val="tx1"/>
                </a:solidFill>
              </a:defRPr>
            </a:lvl3pPr>
            <a:lvl4pPr marL="411480" indent="-137160">
              <a:defRPr sz="1300">
                <a:solidFill>
                  <a:schemeClr val="tx1"/>
                </a:solidFill>
              </a:defRPr>
            </a:lvl4pPr>
            <a:lvl5pPr marL="548640" indent="-137160">
              <a:defRPr sz="1300">
                <a:solidFill>
                  <a:schemeClr val="tx1"/>
                </a:solidFill>
              </a:defRPr>
            </a:lvl5pPr>
            <a:lvl6pPr marL="685800" indent="-137160">
              <a:defRPr sz="1300">
                <a:solidFill>
                  <a:schemeClr val="tx1"/>
                </a:solidFill>
              </a:defRPr>
            </a:lvl6pPr>
            <a:lvl7pPr marL="822960" indent="-137160">
              <a:defRPr sz="1300">
                <a:solidFill>
                  <a:schemeClr val="tx1"/>
                </a:solidFill>
              </a:defRPr>
            </a:lvl7pPr>
            <a:lvl8pPr marL="960120" indent="-137160">
              <a:defRPr sz="1300">
                <a:solidFill>
                  <a:schemeClr val="tx1"/>
                </a:solidFill>
              </a:defRPr>
            </a:lvl8pPr>
            <a:lvl9pPr marL="1097280" indent="-137160">
              <a:defRPr sz="13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4" name="Line">
            <a:extLst>
              <a:ext uri="{FF2B5EF4-FFF2-40B4-BE49-F238E27FC236}">
                <a16:creationId xmlns:a16="http://schemas.microsoft.com/office/drawing/2014/main" id="{FE115B30-3E6D-E823-531E-BB5BAA19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914400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6" name="TextBox">
            <a:extLst>
              <a:ext uri="{FF2B5EF4-FFF2-40B4-BE49-F238E27FC236}">
                <a16:creationId xmlns:a16="http://schemas.microsoft.com/office/drawing/2014/main" id="{694F0353-A0DD-9642-BDD7-8FC612070822}"/>
              </a:ext>
            </a:extLst>
          </p:cNvPr>
          <p:cNvSpPr txBox="1"/>
          <p:nvPr/>
        </p:nvSpPr>
        <p:spPr>
          <a:xfrm>
            <a:off x="914400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04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144001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>
                <a:solidFill>
                  <a:schemeClr val="tx1"/>
                </a:solidFill>
              </a:defRPr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>
                <a:solidFill>
                  <a:schemeClr val="tx1"/>
                </a:solidFill>
              </a:defRPr>
            </a:lvl2pPr>
            <a:lvl3pPr marL="274320" indent="-137160">
              <a:defRPr sz="1300">
                <a:solidFill>
                  <a:schemeClr val="tx1"/>
                </a:solidFill>
              </a:defRPr>
            </a:lvl3pPr>
            <a:lvl4pPr marL="411480" indent="-137160">
              <a:defRPr sz="1300">
                <a:solidFill>
                  <a:schemeClr val="tx1"/>
                </a:solidFill>
              </a:defRPr>
            </a:lvl4pPr>
            <a:lvl5pPr marL="548640" indent="-137160">
              <a:defRPr sz="1300">
                <a:solidFill>
                  <a:schemeClr val="tx1"/>
                </a:solidFill>
              </a:defRPr>
            </a:lvl5pPr>
            <a:lvl6pPr marL="685800" indent="-137160">
              <a:defRPr sz="1300">
                <a:solidFill>
                  <a:schemeClr val="tx1"/>
                </a:solidFill>
              </a:defRPr>
            </a:lvl6pPr>
            <a:lvl7pPr marL="822960" indent="-137160">
              <a:defRPr sz="1300">
                <a:solidFill>
                  <a:schemeClr val="tx1"/>
                </a:solidFill>
              </a:defRPr>
            </a:lvl7pPr>
            <a:lvl8pPr marL="960120" indent="-137160">
              <a:defRPr sz="1300">
                <a:solidFill>
                  <a:schemeClr val="tx1"/>
                </a:solidFill>
              </a:defRPr>
            </a:lvl8pPr>
            <a:lvl9pPr marL="1097280" indent="-137160">
              <a:defRPr sz="13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B012D9A-AE72-0239-7D2F-3E585FB16AD8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971AFA9C-17DA-4726-B9E3-ADECF7729AF7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D07D52D1-634D-ECD5-045A-38F96B973AD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79D051F2-C7C4-43BD-B552-C78CE0DE4128}" type="slidenum">
              <a:rPr lang="en-US" smtClean="0"/>
              <a:t>‹#›</a:t>
            </a:fld>
            <a:endParaRPr lang="en-US"/>
          </a:p>
        </p:txBody>
      </p:sp>
      <p:sp>
        <p:nvSpPr>
          <p:cNvPr id="21" name="Rectangle 15">
            <a:extLst>
              <a:ext uri="{FF2B5EF4-FFF2-40B4-BE49-F238E27FC236}">
                <a16:creationId xmlns:a16="http://schemas.microsoft.com/office/drawing/2014/main" id="{DEB0DA69-FBF7-5C40-833F-1B7B11772F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6840" y="6657945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597C6E0-6809-7398-D956-E5305EC75B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6840" y="0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584E015-ECF9-BB95-F3AC-0C50F66718F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002562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 Numbers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6D6FD270-DB0B-36F0-B138-75209607ED7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cxnSp>
        <p:nvCxnSpPr>
          <p:cNvPr id="15" name="Line">
            <a:extLst>
              <a:ext uri="{FF2B5EF4-FFF2-40B4-BE49-F238E27FC236}">
                <a16:creationId xmlns:a16="http://schemas.microsoft.com/office/drawing/2014/main" id="{8412A77E-32D6-ECE7-C58C-21E3C08D8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4864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3" name="TextBox">
            <a:extLst>
              <a:ext uri="{FF2B5EF4-FFF2-40B4-BE49-F238E27FC236}">
                <a16:creationId xmlns:a16="http://schemas.microsoft.com/office/drawing/2014/main" id="{AF47D3F9-758C-0713-980A-E6E56BBC1088}"/>
              </a:ext>
            </a:extLst>
          </p:cNvPr>
          <p:cNvSpPr txBox="1"/>
          <p:nvPr/>
        </p:nvSpPr>
        <p:spPr>
          <a:xfrm>
            <a:off x="54864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41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FontTx/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D7771284-6191-6AE5-C8DC-E26F4DD280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41376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0" name="TextBox">
            <a:extLst>
              <a:ext uri="{FF2B5EF4-FFF2-40B4-BE49-F238E27FC236}">
                <a16:creationId xmlns:a16="http://schemas.microsoft.com/office/drawing/2014/main" id="{0D9A8745-BD6D-12B2-16DF-02CB2BB85704}"/>
              </a:ext>
            </a:extLst>
          </p:cNvPr>
          <p:cNvSpPr txBox="1"/>
          <p:nvPr/>
        </p:nvSpPr>
        <p:spPr>
          <a:xfrm>
            <a:off x="341376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02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13761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Line">
            <a:extLst>
              <a:ext uri="{FF2B5EF4-FFF2-40B4-BE49-F238E27FC236}">
                <a16:creationId xmlns:a16="http://schemas.microsoft.com/office/drawing/2014/main" id="{7F3E6C41-3F3A-5394-DD39-6844F7E13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27888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2" name="TextBox">
            <a:extLst>
              <a:ext uri="{FF2B5EF4-FFF2-40B4-BE49-F238E27FC236}">
                <a16:creationId xmlns:a16="http://schemas.microsoft.com/office/drawing/2014/main" id="{BBB1FB2A-A05A-0E6A-2901-52A7D695A891}"/>
              </a:ext>
            </a:extLst>
          </p:cNvPr>
          <p:cNvSpPr txBox="1"/>
          <p:nvPr/>
        </p:nvSpPr>
        <p:spPr>
          <a:xfrm>
            <a:off x="627888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03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278881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4" name="Line">
            <a:extLst>
              <a:ext uri="{FF2B5EF4-FFF2-40B4-BE49-F238E27FC236}">
                <a16:creationId xmlns:a16="http://schemas.microsoft.com/office/drawing/2014/main" id="{FE115B30-3E6D-E823-531E-BB5BAA19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914400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6" name="TextBox">
            <a:extLst>
              <a:ext uri="{FF2B5EF4-FFF2-40B4-BE49-F238E27FC236}">
                <a16:creationId xmlns:a16="http://schemas.microsoft.com/office/drawing/2014/main" id="{694F0353-A0DD-9642-BDD7-8FC612070822}"/>
              </a:ext>
            </a:extLst>
          </p:cNvPr>
          <p:cNvSpPr txBox="1"/>
          <p:nvPr/>
        </p:nvSpPr>
        <p:spPr>
          <a:xfrm>
            <a:off x="914400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04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144001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BE669241-96AF-C7FA-0BE4-6592ABD25879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971AFA9C-17DA-4726-B9E3-ADECF7729AF7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A6C2643F-F661-8B8E-E36F-1F135C6F65B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79D051F2-C7C4-43BD-B552-C78CE0DE41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01269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8 Numbers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AEEBA188-82A1-2FC4-842F-8120003B65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cxnSp>
        <p:nvCxnSpPr>
          <p:cNvPr id="15" name="Line">
            <a:extLst>
              <a:ext uri="{FF2B5EF4-FFF2-40B4-BE49-F238E27FC236}">
                <a16:creationId xmlns:a16="http://schemas.microsoft.com/office/drawing/2014/main" id="{8412A77E-32D6-ECE7-C58C-21E3C08D8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4864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3" name="TextBox">
            <a:extLst>
              <a:ext uri="{FF2B5EF4-FFF2-40B4-BE49-F238E27FC236}">
                <a16:creationId xmlns:a16="http://schemas.microsoft.com/office/drawing/2014/main" id="{AF47D3F9-758C-0713-980A-E6E56BBC1088}"/>
              </a:ext>
            </a:extLst>
          </p:cNvPr>
          <p:cNvSpPr txBox="1"/>
          <p:nvPr/>
        </p:nvSpPr>
        <p:spPr>
          <a:xfrm>
            <a:off x="54864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41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D7771284-6191-6AE5-C8DC-E26F4DD280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41376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0" name="TextBox">
            <a:extLst>
              <a:ext uri="{FF2B5EF4-FFF2-40B4-BE49-F238E27FC236}">
                <a16:creationId xmlns:a16="http://schemas.microsoft.com/office/drawing/2014/main" id="{0D9A8745-BD6D-12B2-16DF-02CB2BB85704}"/>
              </a:ext>
            </a:extLst>
          </p:cNvPr>
          <p:cNvSpPr txBox="1"/>
          <p:nvPr/>
        </p:nvSpPr>
        <p:spPr>
          <a:xfrm>
            <a:off x="341376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02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13761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Line">
            <a:extLst>
              <a:ext uri="{FF2B5EF4-FFF2-40B4-BE49-F238E27FC236}">
                <a16:creationId xmlns:a16="http://schemas.microsoft.com/office/drawing/2014/main" id="{7F3E6C41-3F3A-5394-DD39-6844F7E13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27888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2" name="TextBox">
            <a:extLst>
              <a:ext uri="{FF2B5EF4-FFF2-40B4-BE49-F238E27FC236}">
                <a16:creationId xmlns:a16="http://schemas.microsoft.com/office/drawing/2014/main" id="{BBB1FB2A-A05A-0E6A-2901-52A7D695A891}"/>
              </a:ext>
            </a:extLst>
          </p:cNvPr>
          <p:cNvSpPr txBox="1"/>
          <p:nvPr/>
        </p:nvSpPr>
        <p:spPr>
          <a:xfrm>
            <a:off x="627888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03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278881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4" name="Line">
            <a:extLst>
              <a:ext uri="{FF2B5EF4-FFF2-40B4-BE49-F238E27FC236}">
                <a16:creationId xmlns:a16="http://schemas.microsoft.com/office/drawing/2014/main" id="{FE115B30-3E6D-E823-531E-BB5BAA19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914400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6" name="TextBox">
            <a:extLst>
              <a:ext uri="{FF2B5EF4-FFF2-40B4-BE49-F238E27FC236}">
                <a16:creationId xmlns:a16="http://schemas.microsoft.com/office/drawing/2014/main" id="{694F0353-A0DD-9642-BDD7-8FC612070822}"/>
              </a:ext>
            </a:extLst>
          </p:cNvPr>
          <p:cNvSpPr txBox="1"/>
          <p:nvPr/>
        </p:nvSpPr>
        <p:spPr>
          <a:xfrm>
            <a:off x="914400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04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144001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Line">
            <a:extLst>
              <a:ext uri="{FF2B5EF4-FFF2-40B4-BE49-F238E27FC236}">
                <a16:creationId xmlns:a16="http://schemas.microsoft.com/office/drawing/2014/main" id="{1A90E933-723C-D9CC-B7AB-3043EDAB63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48640" y="3886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8" name="TextBox">
            <a:extLst>
              <a:ext uri="{FF2B5EF4-FFF2-40B4-BE49-F238E27FC236}">
                <a16:creationId xmlns:a16="http://schemas.microsoft.com/office/drawing/2014/main" id="{8E3B414F-BCCF-E0E0-A5B7-9D21FED7A614}"/>
              </a:ext>
            </a:extLst>
          </p:cNvPr>
          <p:cNvSpPr txBox="1"/>
          <p:nvPr/>
        </p:nvSpPr>
        <p:spPr>
          <a:xfrm>
            <a:off x="548641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05</a:t>
            </a:r>
          </a:p>
        </p:txBody>
      </p:sp>
      <p:sp>
        <p:nvSpPr>
          <p:cNvPr id="18" name="Content Placeholder 6">
            <a:extLst>
              <a:ext uri="{FF2B5EF4-FFF2-40B4-BE49-F238E27FC236}">
                <a16:creationId xmlns:a16="http://schemas.microsoft.com/office/drawing/2014/main" id="{5731522F-82BF-A739-FBD5-84B13AFCBF10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548641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9" name="Line">
            <a:extLst>
              <a:ext uri="{FF2B5EF4-FFF2-40B4-BE49-F238E27FC236}">
                <a16:creationId xmlns:a16="http://schemas.microsoft.com/office/drawing/2014/main" id="{B07AB9A6-54AF-4DC6-E298-2E576695A6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413760" y="3886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0" name="TextBox">
            <a:extLst>
              <a:ext uri="{FF2B5EF4-FFF2-40B4-BE49-F238E27FC236}">
                <a16:creationId xmlns:a16="http://schemas.microsoft.com/office/drawing/2014/main" id="{E79A49CF-30B2-91DC-6BCA-2A41DD4CBF09}"/>
              </a:ext>
            </a:extLst>
          </p:cNvPr>
          <p:cNvSpPr txBox="1"/>
          <p:nvPr/>
        </p:nvSpPr>
        <p:spPr>
          <a:xfrm>
            <a:off x="3413761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06</a:t>
            </a:r>
          </a:p>
        </p:txBody>
      </p:sp>
      <p:sp>
        <p:nvSpPr>
          <p:cNvPr id="25" name="Content Placeholder 7">
            <a:extLst>
              <a:ext uri="{FF2B5EF4-FFF2-40B4-BE49-F238E27FC236}">
                <a16:creationId xmlns:a16="http://schemas.microsoft.com/office/drawing/2014/main" id="{5FE6691B-ACEF-8803-7DC3-70B52F899908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3413761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1" name="Line">
            <a:extLst>
              <a:ext uri="{FF2B5EF4-FFF2-40B4-BE49-F238E27FC236}">
                <a16:creationId xmlns:a16="http://schemas.microsoft.com/office/drawing/2014/main" id="{DE9CD609-8A04-24B8-B562-11703E18D2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278880" y="3886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2" name="TextBox">
            <a:extLst>
              <a:ext uri="{FF2B5EF4-FFF2-40B4-BE49-F238E27FC236}">
                <a16:creationId xmlns:a16="http://schemas.microsoft.com/office/drawing/2014/main" id="{7C5E0031-266F-D418-0BAB-9BD3C4F1EC3F}"/>
              </a:ext>
            </a:extLst>
          </p:cNvPr>
          <p:cNvSpPr txBox="1"/>
          <p:nvPr/>
        </p:nvSpPr>
        <p:spPr>
          <a:xfrm>
            <a:off x="6278881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07</a:t>
            </a:r>
          </a:p>
        </p:txBody>
      </p:sp>
      <p:sp>
        <p:nvSpPr>
          <p:cNvPr id="26" name="Content Placeholder 8">
            <a:extLst>
              <a:ext uri="{FF2B5EF4-FFF2-40B4-BE49-F238E27FC236}">
                <a16:creationId xmlns:a16="http://schemas.microsoft.com/office/drawing/2014/main" id="{772BE48E-72DE-7245-BBDA-BF3FEC69BED1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278881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3" name="Line">
            <a:extLst>
              <a:ext uri="{FF2B5EF4-FFF2-40B4-BE49-F238E27FC236}">
                <a16:creationId xmlns:a16="http://schemas.microsoft.com/office/drawing/2014/main" id="{51FB53C0-6EA8-D891-85A3-23EE83EADE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9144000" y="3886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4" name="TextBox">
            <a:extLst>
              <a:ext uri="{FF2B5EF4-FFF2-40B4-BE49-F238E27FC236}">
                <a16:creationId xmlns:a16="http://schemas.microsoft.com/office/drawing/2014/main" id="{6BF9F70B-8D8A-3E73-E423-909DA6A75EB4}"/>
              </a:ext>
            </a:extLst>
          </p:cNvPr>
          <p:cNvSpPr txBox="1"/>
          <p:nvPr/>
        </p:nvSpPr>
        <p:spPr>
          <a:xfrm>
            <a:off x="9144001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08</a:t>
            </a:r>
          </a:p>
        </p:txBody>
      </p:sp>
      <p:sp>
        <p:nvSpPr>
          <p:cNvPr id="27" name="Content Placeholder 9">
            <a:extLst>
              <a:ext uri="{FF2B5EF4-FFF2-40B4-BE49-F238E27FC236}">
                <a16:creationId xmlns:a16="http://schemas.microsoft.com/office/drawing/2014/main" id="{EA060839-AF98-8040-7AE9-8F0D7E00C135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9144001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Date Placeholder 27">
            <a:extLst>
              <a:ext uri="{FF2B5EF4-FFF2-40B4-BE49-F238E27FC236}">
                <a16:creationId xmlns:a16="http://schemas.microsoft.com/office/drawing/2014/main" id="{6E3723B8-B265-6943-67A5-DF3F0D5EC1CD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971AFA9C-17DA-4726-B9E3-ADECF7729AF7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29" name="Slide Number Placeholder 28">
            <a:extLst>
              <a:ext uri="{FF2B5EF4-FFF2-40B4-BE49-F238E27FC236}">
                <a16:creationId xmlns:a16="http://schemas.microsoft.com/office/drawing/2014/main" id="{8D4AF177-759A-A93C-2097-C2C22D93680F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79D051F2-C7C4-43BD-B552-C78CE0DE4128}" type="slidenum">
              <a:rPr lang="en-US" smtClean="0"/>
              <a:t>‹#›</a:t>
            </a:fld>
            <a:endParaRPr lang="en-US"/>
          </a:p>
        </p:txBody>
      </p:sp>
      <p:sp>
        <p:nvSpPr>
          <p:cNvPr id="36" name="Rectangle 15">
            <a:extLst>
              <a:ext uri="{FF2B5EF4-FFF2-40B4-BE49-F238E27FC236}">
                <a16:creationId xmlns:a16="http://schemas.microsoft.com/office/drawing/2014/main" id="{FEDB97C0-F514-9C55-3E16-9FC0105AEF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6840" y="6657945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C06597B-21CB-E031-D41A-B15442D122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6840" y="0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E419FAE-92B3-3B6A-EDE9-C7A373F39B6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029325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3888">
          <p15:clr>
            <a:srgbClr val="A4A3A4"/>
          </p15:clr>
        </p15:guide>
        <p15:guide id="2" orient="horz" pos="1008">
          <p15:clr>
            <a:srgbClr val="A4A3A4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8 Numbers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963F0940-E33E-9D7F-C52B-16CFD0545B2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cxnSp>
        <p:nvCxnSpPr>
          <p:cNvPr id="15" name="Line">
            <a:extLst>
              <a:ext uri="{FF2B5EF4-FFF2-40B4-BE49-F238E27FC236}">
                <a16:creationId xmlns:a16="http://schemas.microsoft.com/office/drawing/2014/main" id="{8412A77E-32D6-ECE7-C58C-21E3C08D8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4864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3" name="TextBox">
            <a:extLst>
              <a:ext uri="{FF2B5EF4-FFF2-40B4-BE49-F238E27FC236}">
                <a16:creationId xmlns:a16="http://schemas.microsoft.com/office/drawing/2014/main" id="{AF47D3F9-758C-0713-980A-E6E56BBC1088}"/>
              </a:ext>
            </a:extLst>
          </p:cNvPr>
          <p:cNvSpPr txBox="1"/>
          <p:nvPr/>
        </p:nvSpPr>
        <p:spPr>
          <a:xfrm>
            <a:off x="54864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41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D7771284-6191-6AE5-C8DC-E26F4DD280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41376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0" name="TextBox">
            <a:extLst>
              <a:ext uri="{FF2B5EF4-FFF2-40B4-BE49-F238E27FC236}">
                <a16:creationId xmlns:a16="http://schemas.microsoft.com/office/drawing/2014/main" id="{0D9A8745-BD6D-12B2-16DF-02CB2BB85704}"/>
              </a:ext>
            </a:extLst>
          </p:cNvPr>
          <p:cNvSpPr txBox="1"/>
          <p:nvPr/>
        </p:nvSpPr>
        <p:spPr>
          <a:xfrm>
            <a:off x="341376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02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13761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Line">
            <a:extLst>
              <a:ext uri="{FF2B5EF4-FFF2-40B4-BE49-F238E27FC236}">
                <a16:creationId xmlns:a16="http://schemas.microsoft.com/office/drawing/2014/main" id="{7F3E6C41-3F3A-5394-DD39-6844F7E13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27888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2" name="TextBox">
            <a:extLst>
              <a:ext uri="{FF2B5EF4-FFF2-40B4-BE49-F238E27FC236}">
                <a16:creationId xmlns:a16="http://schemas.microsoft.com/office/drawing/2014/main" id="{BBB1FB2A-A05A-0E6A-2901-52A7D695A891}"/>
              </a:ext>
            </a:extLst>
          </p:cNvPr>
          <p:cNvSpPr txBox="1"/>
          <p:nvPr/>
        </p:nvSpPr>
        <p:spPr>
          <a:xfrm>
            <a:off x="627888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03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278881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4" name="Line">
            <a:extLst>
              <a:ext uri="{FF2B5EF4-FFF2-40B4-BE49-F238E27FC236}">
                <a16:creationId xmlns:a16="http://schemas.microsoft.com/office/drawing/2014/main" id="{FE115B30-3E6D-E823-531E-BB5BAA19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914400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6" name="TextBox">
            <a:extLst>
              <a:ext uri="{FF2B5EF4-FFF2-40B4-BE49-F238E27FC236}">
                <a16:creationId xmlns:a16="http://schemas.microsoft.com/office/drawing/2014/main" id="{694F0353-A0DD-9642-BDD7-8FC612070822}"/>
              </a:ext>
            </a:extLst>
          </p:cNvPr>
          <p:cNvSpPr txBox="1"/>
          <p:nvPr/>
        </p:nvSpPr>
        <p:spPr>
          <a:xfrm>
            <a:off x="914400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04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144001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Line">
            <a:extLst>
              <a:ext uri="{FF2B5EF4-FFF2-40B4-BE49-F238E27FC236}">
                <a16:creationId xmlns:a16="http://schemas.microsoft.com/office/drawing/2014/main" id="{1A90E933-723C-D9CC-B7AB-3043EDAB63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48640" y="3886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8" name="TextBox">
            <a:extLst>
              <a:ext uri="{FF2B5EF4-FFF2-40B4-BE49-F238E27FC236}">
                <a16:creationId xmlns:a16="http://schemas.microsoft.com/office/drawing/2014/main" id="{8E3B414F-BCCF-E0E0-A5B7-9D21FED7A614}"/>
              </a:ext>
            </a:extLst>
          </p:cNvPr>
          <p:cNvSpPr txBox="1"/>
          <p:nvPr/>
        </p:nvSpPr>
        <p:spPr>
          <a:xfrm>
            <a:off x="548641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05</a:t>
            </a:r>
          </a:p>
        </p:txBody>
      </p:sp>
      <p:sp>
        <p:nvSpPr>
          <p:cNvPr id="18" name="Content Placeholder 6">
            <a:extLst>
              <a:ext uri="{FF2B5EF4-FFF2-40B4-BE49-F238E27FC236}">
                <a16:creationId xmlns:a16="http://schemas.microsoft.com/office/drawing/2014/main" id="{5731522F-82BF-A739-FBD5-84B13AFCBF10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548641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9" name="Line">
            <a:extLst>
              <a:ext uri="{FF2B5EF4-FFF2-40B4-BE49-F238E27FC236}">
                <a16:creationId xmlns:a16="http://schemas.microsoft.com/office/drawing/2014/main" id="{B07AB9A6-54AF-4DC6-E298-2E576695A6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413760" y="3886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0" name="TextBox">
            <a:extLst>
              <a:ext uri="{FF2B5EF4-FFF2-40B4-BE49-F238E27FC236}">
                <a16:creationId xmlns:a16="http://schemas.microsoft.com/office/drawing/2014/main" id="{E79A49CF-30B2-91DC-6BCA-2A41DD4CBF09}"/>
              </a:ext>
            </a:extLst>
          </p:cNvPr>
          <p:cNvSpPr txBox="1"/>
          <p:nvPr/>
        </p:nvSpPr>
        <p:spPr>
          <a:xfrm>
            <a:off x="3413761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06</a:t>
            </a:r>
          </a:p>
        </p:txBody>
      </p:sp>
      <p:sp>
        <p:nvSpPr>
          <p:cNvPr id="25" name="Content Placeholder 7">
            <a:extLst>
              <a:ext uri="{FF2B5EF4-FFF2-40B4-BE49-F238E27FC236}">
                <a16:creationId xmlns:a16="http://schemas.microsoft.com/office/drawing/2014/main" id="{5FE6691B-ACEF-8803-7DC3-70B52F899908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3413761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1" name="Line">
            <a:extLst>
              <a:ext uri="{FF2B5EF4-FFF2-40B4-BE49-F238E27FC236}">
                <a16:creationId xmlns:a16="http://schemas.microsoft.com/office/drawing/2014/main" id="{DE9CD609-8A04-24B8-B562-11703E18D2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278880" y="3886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2" name="TextBox">
            <a:extLst>
              <a:ext uri="{FF2B5EF4-FFF2-40B4-BE49-F238E27FC236}">
                <a16:creationId xmlns:a16="http://schemas.microsoft.com/office/drawing/2014/main" id="{7C5E0031-266F-D418-0BAB-9BD3C4F1EC3F}"/>
              </a:ext>
            </a:extLst>
          </p:cNvPr>
          <p:cNvSpPr txBox="1"/>
          <p:nvPr/>
        </p:nvSpPr>
        <p:spPr>
          <a:xfrm>
            <a:off x="6278881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07</a:t>
            </a:r>
          </a:p>
        </p:txBody>
      </p:sp>
      <p:sp>
        <p:nvSpPr>
          <p:cNvPr id="26" name="Content Placeholder 8">
            <a:extLst>
              <a:ext uri="{FF2B5EF4-FFF2-40B4-BE49-F238E27FC236}">
                <a16:creationId xmlns:a16="http://schemas.microsoft.com/office/drawing/2014/main" id="{772BE48E-72DE-7245-BBDA-BF3FEC69BED1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278881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3" name="Line">
            <a:extLst>
              <a:ext uri="{FF2B5EF4-FFF2-40B4-BE49-F238E27FC236}">
                <a16:creationId xmlns:a16="http://schemas.microsoft.com/office/drawing/2014/main" id="{51FB53C0-6EA8-D891-85A3-23EE83EADE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9144000" y="3886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4" name="TextBox">
            <a:extLst>
              <a:ext uri="{FF2B5EF4-FFF2-40B4-BE49-F238E27FC236}">
                <a16:creationId xmlns:a16="http://schemas.microsoft.com/office/drawing/2014/main" id="{6BF9F70B-8D8A-3E73-E423-909DA6A75EB4}"/>
              </a:ext>
            </a:extLst>
          </p:cNvPr>
          <p:cNvSpPr txBox="1"/>
          <p:nvPr/>
        </p:nvSpPr>
        <p:spPr>
          <a:xfrm>
            <a:off x="9144001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08</a:t>
            </a:r>
          </a:p>
        </p:txBody>
      </p:sp>
      <p:sp>
        <p:nvSpPr>
          <p:cNvPr id="27" name="Content Placeholder 9">
            <a:extLst>
              <a:ext uri="{FF2B5EF4-FFF2-40B4-BE49-F238E27FC236}">
                <a16:creationId xmlns:a16="http://schemas.microsoft.com/office/drawing/2014/main" id="{EA060839-AF98-8040-7AE9-8F0D7E00C135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9144001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Date Placeholder 27">
            <a:extLst>
              <a:ext uri="{FF2B5EF4-FFF2-40B4-BE49-F238E27FC236}">
                <a16:creationId xmlns:a16="http://schemas.microsoft.com/office/drawing/2014/main" id="{4C43927A-9072-62B2-E6B6-C90CC98BD41F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971AFA9C-17DA-4726-B9E3-ADECF7729AF7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29" name="Slide Number Placeholder 28">
            <a:extLst>
              <a:ext uri="{FF2B5EF4-FFF2-40B4-BE49-F238E27FC236}">
                <a16:creationId xmlns:a16="http://schemas.microsoft.com/office/drawing/2014/main" id="{7C0BB974-2130-F29B-EFD0-42CC6056022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79D051F2-C7C4-43BD-B552-C78CE0DE41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1292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A0F3CE13-290E-12C4-BDCA-17CB5BAFF74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228600"/>
            <a:ext cx="12192000" cy="640080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0AF67DC4-909F-6BF0-DB86-8675E25715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FF3D174-1921-7F28-5394-750C376C77F2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971AFA9C-17DA-4726-B9E3-ADECF7729AF7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BD6737-D835-6484-7A3F-BAD2D784E2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D051F2-C7C4-43BD-B552-C78CE0DE4128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4B09A03-7F71-C11F-C219-9F32BF2D5BC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25741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and Image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8640" y="411481"/>
            <a:ext cx="5364480" cy="914400"/>
          </a:xfrm>
        </p:spPr>
        <p:txBody>
          <a:bodyPr/>
          <a:lstStyle>
            <a:lvl1pPr>
              <a:defRPr sz="2800" b="1" cap="none" baseline="0"/>
            </a:lvl1pPr>
          </a:lstStyle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39" y="1600200"/>
            <a:ext cx="536448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DEDA6D-3B28-23A1-C2EE-BBB7617D7DC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971AFA9C-17DA-4726-B9E3-ADECF7729AF7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31B70-C8F2-D686-C30C-B4651FF04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D051F2-C7C4-43BD-B552-C78CE0DE4128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9D1DFBC2-C4E8-E691-E48C-B8D2CF49CDA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278037" y="1076324"/>
            <a:ext cx="5365748" cy="5095875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0608106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and Image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4D455EB0-A36D-4986-9393-AA1D5CE6C06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48639" y="411480"/>
            <a:ext cx="11094720" cy="310896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8640" y="3794760"/>
            <a:ext cx="5364480" cy="914400"/>
          </a:xfrm>
        </p:spPr>
        <p:txBody>
          <a:bodyPr/>
          <a:lstStyle>
            <a:lvl1pPr>
              <a:defRPr sz="2800" b="1" cap="none" baseline="0"/>
            </a:lvl1pPr>
          </a:lstStyle>
          <a:p>
            <a:r>
              <a:rPr lang="en-US"/>
              <a:t>[Slide title]</a:t>
            </a:r>
          </a:p>
        </p:txBody>
      </p:sp>
      <p:sp>
        <p:nvSpPr>
          <p:cNvPr id="3" name="Content Placeholder 3"/>
          <p:cNvSpPr>
            <a:spLocks noGrp="1"/>
          </p:cNvSpPr>
          <p:nvPr>
            <p:ph sz="half" idx="1"/>
          </p:nvPr>
        </p:nvSpPr>
        <p:spPr>
          <a:xfrm>
            <a:off x="6278879" y="3794760"/>
            <a:ext cx="5364480" cy="2377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439DE7-660B-3FA9-966D-AB1D9EF6AC81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971AFA9C-17DA-4726-B9E3-ADECF7729AF7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763529-A3F2-C0F4-1A5C-AAFFF34D7F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D051F2-C7C4-43BD-B552-C78CE0DE41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17615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90">
          <p15:clr>
            <a:srgbClr val="A4A3A4"/>
          </p15:clr>
        </p15:guide>
        <p15:guide id="2" orient="horz" pos="3888">
          <p15:clr>
            <a:srgbClr val="A4A3A4"/>
          </p15:clr>
        </p15:guide>
        <p15:guide id="3" orient="horz" pos="2218">
          <p15:clr>
            <a:srgbClr val="A4A3A4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and 2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4C4A4C8-609A-5582-34D3-DD47E15FD26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48639" y="1600200"/>
            <a:ext cx="5364480" cy="228600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AE500155-914F-3AB3-C892-09CE75C5448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8637" y="4114800"/>
            <a:ext cx="5364480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800" b="1"/>
            </a:lvl1pPr>
            <a:lvl2pPr marL="0" indent="0">
              <a:spcBef>
                <a:spcPts val="0"/>
              </a:spcBef>
              <a:buFontTx/>
              <a:buNone/>
              <a:defRPr sz="1800" b="1"/>
            </a:lvl2pPr>
            <a:lvl3pPr marL="0" indent="0">
              <a:spcBef>
                <a:spcPts val="0"/>
              </a:spcBef>
              <a:buFontTx/>
              <a:buNone/>
              <a:defRPr sz="1800" b="1"/>
            </a:lvl3pPr>
            <a:lvl4pPr marL="0" indent="0">
              <a:spcBef>
                <a:spcPts val="0"/>
              </a:spcBef>
              <a:buFontTx/>
              <a:buNone/>
              <a:defRPr sz="1800" b="1"/>
            </a:lvl4pPr>
            <a:lvl5pPr marL="0" indent="0">
              <a:spcBef>
                <a:spcPts val="0"/>
              </a:spcBef>
              <a:buFontTx/>
              <a:buNone/>
              <a:defRPr sz="1800" b="1"/>
            </a:lvl5pPr>
            <a:lvl6pPr marL="0" indent="0">
              <a:spcBef>
                <a:spcPts val="0"/>
              </a:spcBef>
              <a:buFontTx/>
              <a:buNone/>
              <a:defRPr sz="1800" b="1"/>
            </a:lvl6pPr>
            <a:lvl7pPr marL="0" indent="0">
              <a:spcBef>
                <a:spcPts val="0"/>
              </a:spcBef>
              <a:buFontTx/>
              <a:buNone/>
              <a:defRPr sz="1800" b="1"/>
            </a:lvl7pPr>
            <a:lvl8pPr marL="0" indent="0">
              <a:spcBef>
                <a:spcPts val="0"/>
              </a:spcBef>
              <a:buFontTx/>
              <a:buNone/>
              <a:defRPr sz="1800" b="1"/>
            </a:lvl8pPr>
            <a:lvl9pPr marL="0" indent="0">
              <a:spcBef>
                <a:spcPts val="0"/>
              </a:spcBef>
              <a:buFontTx/>
              <a:buNone/>
              <a:defRPr sz="18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3" name="Content Placeholder 4"/>
          <p:cNvSpPr>
            <a:spLocks noGrp="1"/>
          </p:cNvSpPr>
          <p:nvPr>
            <p:ph sz="half" idx="1"/>
          </p:nvPr>
        </p:nvSpPr>
        <p:spPr>
          <a:xfrm>
            <a:off x="548639" y="4526280"/>
            <a:ext cx="5364480" cy="1645920"/>
          </a:xfrm>
        </p:spPr>
        <p:txBody>
          <a:bodyPr/>
          <a:lstStyle>
            <a:lvl1pPr marL="137160" indent="-137160">
              <a:defRPr sz="1500"/>
            </a:lvl1pPr>
            <a:lvl2pPr marL="274320" indent="-137160">
              <a:defRPr sz="1500"/>
            </a:lvl2pPr>
            <a:lvl3pPr marL="411480" indent="-137160">
              <a:defRPr sz="1500"/>
            </a:lvl3pPr>
            <a:lvl4pPr marL="548640" indent="-137160">
              <a:defRPr sz="1500"/>
            </a:lvl4pPr>
            <a:lvl5pPr marL="685800" indent="-137160">
              <a:defRPr sz="1500"/>
            </a:lvl5pPr>
            <a:lvl6pPr marL="822960" indent="-137160">
              <a:defRPr sz="1500"/>
            </a:lvl6pPr>
            <a:lvl7pPr marL="960120" indent="-137160">
              <a:defRPr sz="1500"/>
            </a:lvl7pPr>
            <a:lvl8pPr marL="1097280" indent="-137160">
              <a:defRPr sz="1500"/>
            </a:lvl8pPr>
            <a:lvl9pPr marL="1234440" indent="-137160"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C3A5FBE-3D66-4376-9A16-FE11155BA55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278879" y="1600200"/>
            <a:ext cx="5364480" cy="228600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CD5289C6-6376-08BD-CF12-DE93A92EFB7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78879" y="4114800"/>
            <a:ext cx="5364480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800" b="1"/>
            </a:lvl1pPr>
            <a:lvl2pPr marL="0" indent="0">
              <a:spcBef>
                <a:spcPts val="0"/>
              </a:spcBef>
              <a:buFontTx/>
              <a:buNone/>
              <a:defRPr sz="1800" b="1"/>
            </a:lvl2pPr>
            <a:lvl3pPr marL="0" indent="0">
              <a:spcBef>
                <a:spcPts val="0"/>
              </a:spcBef>
              <a:buFontTx/>
              <a:buNone/>
              <a:defRPr sz="1800" b="1"/>
            </a:lvl3pPr>
            <a:lvl4pPr marL="0" indent="0">
              <a:spcBef>
                <a:spcPts val="0"/>
              </a:spcBef>
              <a:buFontTx/>
              <a:buNone/>
              <a:defRPr sz="1800" b="1"/>
            </a:lvl4pPr>
            <a:lvl5pPr marL="0" indent="0">
              <a:spcBef>
                <a:spcPts val="0"/>
              </a:spcBef>
              <a:buFontTx/>
              <a:buNone/>
              <a:defRPr sz="1800" b="1"/>
            </a:lvl5pPr>
            <a:lvl6pPr marL="0" indent="0">
              <a:spcBef>
                <a:spcPts val="0"/>
              </a:spcBef>
              <a:buFontTx/>
              <a:buNone/>
              <a:defRPr sz="1800" b="1"/>
            </a:lvl6pPr>
            <a:lvl7pPr marL="0" indent="0">
              <a:spcBef>
                <a:spcPts val="0"/>
              </a:spcBef>
              <a:buFontTx/>
              <a:buNone/>
              <a:defRPr sz="1800" b="1"/>
            </a:lvl7pPr>
            <a:lvl8pPr marL="0" indent="0">
              <a:spcBef>
                <a:spcPts val="0"/>
              </a:spcBef>
              <a:buFontTx/>
              <a:buNone/>
              <a:defRPr sz="1800" b="1"/>
            </a:lvl8pPr>
            <a:lvl9pPr marL="0" indent="0">
              <a:spcBef>
                <a:spcPts val="0"/>
              </a:spcBef>
              <a:buFontTx/>
              <a:buNone/>
              <a:defRPr sz="18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4" name="Content Placeholder 7"/>
          <p:cNvSpPr>
            <a:spLocks noGrp="1"/>
          </p:cNvSpPr>
          <p:nvPr>
            <p:ph sz="half" idx="2"/>
          </p:nvPr>
        </p:nvSpPr>
        <p:spPr>
          <a:xfrm>
            <a:off x="6278879" y="4526280"/>
            <a:ext cx="5364480" cy="1645920"/>
          </a:xfrm>
        </p:spPr>
        <p:txBody>
          <a:bodyPr/>
          <a:lstStyle>
            <a:lvl1pPr marL="137160" indent="-137160">
              <a:defRPr sz="1500"/>
            </a:lvl1pPr>
            <a:lvl2pPr marL="274320" indent="-137160">
              <a:defRPr sz="1500"/>
            </a:lvl2pPr>
            <a:lvl3pPr marL="411480" indent="-137160">
              <a:defRPr sz="1500"/>
            </a:lvl3pPr>
            <a:lvl4pPr marL="548640" indent="-137160">
              <a:defRPr sz="1500"/>
            </a:lvl4pPr>
            <a:lvl5pPr marL="685800" indent="-137160">
              <a:defRPr sz="1500"/>
            </a:lvl5pPr>
            <a:lvl6pPr marL="822960" indent="-137160">
              <a:defRPr sz="1500"/>
            </a:lvl6pPr>
            <a:lvl7pPr marL="960120" indent="-137160">
              <a:defRPr sz="1500"/>
            </a:lvl7pPr>
            <a:lvl8pPr marL="1097280" indent="-137160">
              <a:defRPr sz="1500"/>
            </a:lvl8pPr>
            <a:lvl9pPr marL="1234440" indent="-137160"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E309248A-8803-C0D0-F841-DA0B643CD6D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971AFA9C-17DA-4726-B9E3-ADECF7729AF7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3E501E26-5E18-9AC3-2607-A695FA23E63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79D051F2-C7C4-43BD-B552-C78CE0DE41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64332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  <p15:guide id="3" orient="horz" pos="2592">
          <p15:clr>
            <a:srgbClr val="A4A3A4"/>
          </p15:clr>
        </p15:guide>
        <p15:guide id="4" orient="horz" pos="2448">
          <p15:clr>
            <a:srgbClr val="A4A3A4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and 3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4C4A4C8-609A-5582-34D3-DD47E15FD26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48639" y="1600200"/>
            <a:ext cx="3450336" cy="16916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AE500155-914F-3AB3-C892-09CE75C5448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8637" y="3520440"/>
            <a:ext cx="3450336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800" b="1"/>
            </a:lvl1pPr>
            <a:lvl2pPr marL="0" indent="0">
              <a:spcBef>
                <a:spcPts val="0"/>
              </a:spcBef>
              <a:buFontTx/>
              <a:buNone/>
              <a:defRPr sz="1800" b="1"/>
            </a:lvl2pPr>
            <a:lvl3pPr marL="0" indent="0">
              <a:spcBef>
                <a:spcPts val="0"/>
              </a:spcBef>
              <a:buFontTx/>
              <a:buNone/>
              <a:defRPr sz="1800" b="1"/>
            </a:lvl3pPr>
            <a:lvl4pPr marL="0" indent="0">
              <a:spcBef>
                <a:spcPts val="0"/>
              </a:spcBef>
              <a:buFontTx/>
              <a:buNone/>
              <a:defRPr sz="1800" b="1"/>
            </a:lvl4pPr>
            <a:lvl5pPr marL="0" indent="0">
              <a:spcBef>
                <a:spcPts val="0"/>
              </a:spcBef>
              <a:buFontTx/>
              <a:buNone/>
              <a:defRPr sz="1800" b="1"/>
            </a:lvl5pPr>
            <a:lvl6pPr marL="0" indent="0">
              <a:spcBef>
                <a:spcPts val="0"/>
              </a:spcBef>
              <a:buFontTx/>
              <a:buNone/>
              <a:defRPr sz="1800" b="1"/>
            </a:lvl6pPr>
            <a:lvl7pPr marL="0" indent="0">
              <a:spcBef>
                <a:spcPts val="0"/>
              </a:spcBef>
              <a:buFontTx/>
              <a:buNone/>
              <a:defRPr sz="1800" b="1"/>
            </a:lvl7pPr>
            <a:lvl8pPr marL="0" indent="0">
              <a:spcBef>
                <a:spcPts val="0"/>
              </a:spcBef>
              <a:buFontTx/>
              <a:buNone/>
              <a:defRPr sz="1800" b="1"/>
            </a:lvl8pPr>
            <a:lvl9pPr marL="0" indent="0">
              <a:spcBef>
                <a:spcPts val="0"/>
              </a:spcBef>
              <a:buFontTx/>
              <a:buNone/>
              <a:defRPr sz="18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3" name="Content Placeholder 4"/>
          <p:cNvSpPr>
            <a:spLocks noGrp="1"/>
          </p:cNvSpPr>
          <p:nvPr>
            <p:ph sz="half" idx="1"/>
          </p:nvPr>
        </p:nvSpPr>
        <p:spPr>
          <a:xfrm>
            <a:off x="548639" y="3931920"/>
            <a:ext cx="3450336" cy="2240280"/>
          </a:xfrm>
        </p:spPr>
        <p:txBody>
          <a:bodyPr/>
          <a:lstStyle>
            <a:lvl1pPr marL="137160" indent="-137160">
              <a:defRPr sz="1500"/>
            </a:lvl1pPr>
            <a:lvl2pPr marL="274320" indent="-137160">
              <a:defRPr sz="1500"/>
            </a:lvl2pPr>
            <a:lvl3pPr marL="411480" indent="-137160">
              <a:defRPr sz="1500"/>
            </a:lvl3pPr>
            <a:lvl4pPr marL="548640" indent="-137160">
              <a:defRPr sz="1500"/>
            </a:lvl4pPr>
            <a:lvl5pPr marL="685800" indent="-137160">
              <a:defRPr sz="1500"/>
            </a:lvl5pPr>
            <a:lvl6pPr marL="822960" indent="-137160">
              <a:defRPr sz="1500"/>
            </a:lvl6pPr>
            <a:lvl7pPr marL="960120" indent="-137160">
              <a:defRPr sz="1500"/>
            </a:lvl7pPr>
            <a:lvl8pPr marL="1097280" indent="-137160">
              <a:defRPr sz="1500"/>
            </a:lvl8pPr>
            <a:lvl9pPr marL="1234440" indent="-137160"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C3A5FBE-3D66-4376-9A16-FE11155BA55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370831" y="1600200"/>
            <a:ext cx="3450336" cy="16916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CD5289C6-6376-08BD-CF12-DE93A92EFB7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70831" y="3520440"/>
            <a:ext cx="3450336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800" b="1"/>
            </a:lvl1pPr>
            <a:lvl2pPr marL="0" indent="0">
              <a:spcBef>
                <a:spcPts val="0"/>
              </a:spcBef>
              <a:buFontTx/>
              <a:buNone/>
              <a:defRPr sz="1800" b="1"/>
            </a:lvl2pPr>
            <a:lvl3pPr marL="0" indent="0">
              <a:spcBef>
                <a:spcPts val="0"/>
              </a:spcBef>
              <a:buFontTx/>
              <a:buNone/>
              <a:defRPr sz="1800" b="1"/>
            </a:lvl3pPr>
            <a:lvl4pPr marL="0" indent="0">
              <a:spcBef>
                <a:spcPts val="0"/>
              </a:spcBef>
              <a:buFontTx/>
              <a:buNone/>
              <a:defRPr sz="1800" b="1"/>
            </a:lvl4pPr>
            <a:lvl5pPr marL="0" indent="0">
              <a:spcBef>
                <a:spcPts val="0"/>
              </a:spcBef>
              <a:buFontTx/>
              <a:buNone/>
              <a:defRPr sz="1800" b="1"/>
            </a:lvl5pPr>
            <a:lvl6pPr marL="0" indent="0">
              <a:spcBef>
                <a:spcPts val="0"/>
              </a:spcBef>
              <a:buFontTx/>
              <a:buNone/>
              <a:defRPr sz="1800" b="1"/>
            </a:lvl6pPr>
            <a:lvl7pPr marL="0" indent="0">
              <a:spcBef>
                <a:spcPts val="0"/>
              </a:spcBef>
              <a:buFontTx/>
              <a:buNone/>
              <a:defRPr sz="1800" b="1"/>
            </a:lvl7pPr>
            <a:lvl8pPr marL="0" indent="0">
              <a:spcBef>
                <a:spcPts val="0"/>
              </a:spcBef>
              <a:buFontTx/>
              <a:buNone/>
              <a:defRPr sz="1800" b="1"/>
            </a:lvl8pPr>
            <a:lvl9pPr marL="0" indent="0">
              <a:spcBef>
                <a:spcPts val="0"/>
              </a:spcBef>
              <a:buFontTx/>
              <a:buNone/>
              <a:defRPr sz="18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4" name="Content Placeholder 7"/>
          <p:cNvSpPr>
            <a:spLocks noGrp="1"/>
          </p:cNvSpPr>
          <p:nvPr>
            <p:ph sz="half" idx="2"/>
          </p:nvPr>
        </p:nvSpPr>
        <p:spPr>
          <a:xfrm>
            <a:off x="4370831" y="3931920"/>
            <a:ext cx="3450336" cy="2240280"/>
          </a:xfrm>
        </p:spPr>
        <p:txBody>
          <a:bodyPr/>
          <a:lstStyle>
            <a:lvl1pPr marL="137160" indent="-137160">
              <a:defRPr sz="1500"/>
            </a:lvl1pPr>
            <a:lvl2pPr marL="274320" indent="-137160">
              <a:defRPr sz="1500"/>
            </a:lvl2pPr>
            <a:lvl3pPr marL="411480" indent="-137160">
              <a:defRPr sz="1500"/>
            </a:lvl3pPr>
            <a:lvl4pPr marL="548640" indent="-137160">
              <a:defRPr sz="1500"/>
            </a:lvl4pPr>
            <a:lvl5pPr marL="685800" indent="-137160">
              <a:defRPr sz="1500"/>
            </a:lvl5pPr>
            <a:lvl6pPr marL="822960" indent="-137160">
              <a:defRPr sz="1500"/>
            </a:lvl6pPr>
            <a:lvl7pPr marL="960120" indent="-137160">
              <a:defRPr sz="1500"/>
            </a:lvl7pPr>
            <a:lvl8pPr marL="1097280" indent="-137160">
              <a:defRPr sz="1500"/>
            </a:lvl8pPr>
            <a:lvl9pPr marL="1234440" indent="-137160"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2F1293E6-42E9-E8B5-FFA8-86FB82D4865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193023" y="1600200"/>
            <a:ext cx="3450336" cy="16916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1A0087B1-BE04-FAAE-807C-18D539A5855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193023" y="3520440"/>
            <a:ext cx="3450336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800" b="1"/>
            </a:lvl1pPr>
            <a:lvl2pPr marL="0" indent="0">
              <a:spcBef>
                <a:spcPts val="0"/>
              </a:spcBef>
              <a:buFontTx/>
              <a:buNone/>
              <a:defRPr sz="1800" b="1"/>
            </a:lvl2pPr>
            <a:lvl3pPr marL="0" indent="0">
              <a:spcBef>
                <a:spcPts val="0"/>
              </a:spcBef>
              <a:buFontTx/>
              <a:buNone/>
              <a:defRPr sz="1800" b="1"/>
            </a:lvl3pPr>
            <a:lvl4pPr marL="0" indent="0">
              <a:spcBef>
                <a:spcPts val="0"/>
              </a:spcBef>
              <a:buFontTx/>
              <a:buNone/>
              <a:defRPr sz="1800" b="1"/>
            </a:lvl4pPr>
            <a:lvl5pPr marL="0" indent="0">
              <a:spcBef>
                <a:spcPts val="0"/>
              </a:spcBef>
              <a:buFontTx/>
              <a:buNone/>
              <a:defRPr sz="1800" b="1"/>
            </a:lvl5pPr>
            <a:lvl6pPr marL="0" indent="0">
              <a:spcBef>
                <a:spcPts val="0"/>
              </a:spcBef>
              <a:buFontTx/>
              <a:buNone/>
              <a:defRPr sz="1800" b="1"/>
            </a:lvl6pPr>
            <a:lvl7pPr marL="0" indent="0">
              <a:spcBef>
                <a:spcPts val="0"/>
              </a:spcBef>
              <a:buFontTx/>
              <a:buNone/>
              <a:defRPr sz="1800" b="1"/>
            </a:lvl7pPr>
            <a:lvl8pPr marL="0" indent="0">
              <a:spcBef>
                <a:spcPts val="0"/>
              </a:spcBef>
              <a:buFontTx/>
              <a:buNone/>
              <a:defRPr sz="1800" b="1"/>
            </a:lvl8pPr>
            <a:lvl9pPr marL="0" indent="0">
              <a:spcBef>
                <a:spcPts val="0"/>
              </a:spcBef>
              <a:buFontTx/>
              <a:buNone/>
              <a:defRPr sz="18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9A4D43E8-8B9E-0180-3592-10B667D09516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8193023" y="3931920"/>
            <a:ext cx="3450336" cy="2240280"/>
          </a:xfrm>
        </p:spPr>
        <p:txBody>
          <a:bodyPr/>
          <a:lstStyle>
            <a:lvl1pPr marL="137160" indent="-137160">
              <a:defRPr sz="1500"/>
            </a:lvl1pPr>
            <a:lvl2pPr marL="274320" indent="-137160">
              <a:defRPr sz="1500"/>
            </a:lvl2pPr>
            <a:lvl3pPr marL="411480" indent="-137160">
              <a:defRPr sz="1500"/>
            </a:lvl3pPr>
            <a:lvl4pPr marL="548640" indent="-137160">
              <a:defRPr sz="1500"/>
            </a:lvl4pPr>
            <a:lvl5pPr marL="685800" indent="-137160">
              <a:defRPr sz="1500"/>
            </a:lvl5pPr>
            <a:lvl6pPr marL="822960" indent="-137160">
              <a:defRPr sz="1500"/>
            </a:lvl6pPr>
            <a:lvl7pPr marL="960120" indent="-137160">
              <a:defRPr sz="1500"/>
            </a:lvl7pPr>
            <a:lvl8pPr marL="1097280" indent="-137160">
              <a:defRPr sz="1500"/>
            </a:lvl8pPr>
            <a:lvl9pPr marL="1234440" indent="-137160"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BCC41EC7-A74C-7FAC-CAAF-B45134A90C1F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971AFA9C-17DA-4726-B9E3-ADECF7729AF7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0DCE38A9-CABF-9588-DDD8-93DD198F7EC2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79D051F2-C7C4-43BD-B552-C78CE0DE41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91339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2218">
          <p15:clr>
            <a:srgbClr val="A4A3A4"/>
          </p15:clr>
        </p15:guide>
        <p15:guide id="3" orient="horz" pos="3888">
          <p15:clr>
            <a:srgbClr val="A4A3A4"/>
          </p15:clr>
        </p15:guide>
        <p15:guide id="4" orient="horz" pos="2074">
          <p15:clr>
            <a:srgbClr val="A4A3A4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and 4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4C4A4C8-609A-5582-34D3-DD47E15FD26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48641" y="1600200"/>
            <a:ext cx="2499359" cy="12344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AE500155-914F-3AB3-C892-09CE75C5448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8639" y="3063240"/>
            <a:ext cx="2499359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600" b="1"/>
            </a:lvl1pPr>
            <a:lvl2pPr marL="0" indent="0">
              <a:spcBef>
                <a:spcPts val="0"/>
              </a:spcBef>
              <a:buFontTx/>
              <a:buNone/>
              <a:defRPr sz="1600" b="1"/>
            </a:lvl2pPr>
            <a:lvl3pPr marL="0" indent="0">
              <a:spcBef>
                <a:spcPts val="0"/>
              </a:spcBef>
              <a:buFontTx/>
              <a:buNone/>
              <a:defRPr sz="1600" b="1"/>
            </a:lvl3pPr>
            <a:lvl4pPr marL="0" indent="0">
              <a:spcBef>
                <a:spcPts val="0"/>
              </a:spcBef>
              <a:buFontTx/>
              <a:buNone/>
              <a:defRPr sz="1600" b="1"/>
            </a:lvl4pPr>
            <a:lvl5pPr marL="0" indent="0">
              <a:spcBef>
                <a:spcPts val="0"/>
              </a:spcBef>
              <a:buFontTx/>
              <a:buNone/>
              <a:defRPr sz="1600" b="1"/>
            </a:lvl5pPr>
            <a:lvl6pPr marL="0" indent="0">
              <a:spcBef>
                <a:spcPts val="0"/>
              </a:spcBef>
              <a:buFontTx/>
              <a:buNone/>
              <a:defRPr sz="1600" b="1"/>
            </a:lvl6pPr>
            <a:lvl7pPr marL="0" indent="0">
              <a:spcBef>
                <a:spcPts val="0"/>
              </a:spcBef>
              <a:buFontTx/>
              <a:buNone/>
              <a:defRPr sz="1600" b="1"/>
            </a:lvl7pPr>
            <a:lvl8pPr marL="0" indent="0">
              <a:spcBef>
                <a:spcPts val="0"/>
              </a:spcBef>
              <a:buFontTx/>
              <a:buNone/>
              <a:defRPr sz="1600" b="1"/>
            </a:lvl8pPr>
            <a:lvl9pPr marL="0" indent="0">
              <a:spcBef>
                <a:spcPts val="0"/>
              </a:spcBef>
              <a:buFontTx/>
              <a:buNone/>
              <a:defRPr sz="16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3" name="Content Placeholder 4"/>
          <p:cNvSpPr>
            <a:spLocks noGrp="1"/>
          </p:cNvSpPr>
          <p:nvPr>
            <p:ph sz="half" idx="1"/>
          </p:nvPr>
        </p:nvSpPr>
        <p:spPr>
          <a:xfrm>
            <a:off x="548641" y="3474720"/>
            <a:ext cx="2499359" cy="2697480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C3A5FBE-3D66-4376-9A16-FE11155BA55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428805" y="1600200"/>
            <a:ext cx="2499359" cy="12344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CD5289C6-6376-08BD-CF12-DE93A92EFB7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428805" y="3063240"/>
            <a:ext cx="2499359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600" b="1"/>
            </a:lvl1pPr>
            <a:lvl2pPr marL="0" indent="0">
              <a:spcBef>
                <a:spcPts val="0"/>
              </a:spcBef>
              <a:buFontTx/>
              <a:buNone/>
              <a:defRPr sz="1600" b="1"/>
            </a:lvl2pPr>
            <a:lvl3pPr marL="0" indent="0">
              <a:spcBef>
                <a:spcPts val="0"/>
              </a:spcBef>
              <a:buFontTx/>
              <a:buNone/>
              <a:defRPr sz="1600" b="1"/>
            </a:lvl3pPr>
            <a:lvl4pPr marL="0" indent="0">
              <a:spcBef>
                <a:spcPts val="0"/>
              </a:spcBef>
              <a:buFontTx/>
              <a:buNone/>
              <a:defRPr sz="1600" b="1"/>
            </a:lvl4pPr>
            <a:lvl5pPr marL="0" indent="0">
              <a:spcBef>
                <a:spcPts val="0"/>
              </a:spcBef>
              <a:buFontTx/>
              <a:buNone/>
              <a:defRPr sz="1600" b="1"/>
            </a:lvl5pPr>
            <a:lvl6pPr marL="0" indent="0">
              <a:spcBef>
                <a:spcPts val="0"/>
              </a:spcBef>
              <a:buFontTx/>
              <a:buNone/>
              <a:defRPr sz="1600" b="1"/>
            </a:lvl6pPr>
            <a:lvl7pPr marL="0" indent="0">
              <a:spcBef>
                <a:spcPts val="0"/>
              </a:spcBef>
              <a:buFontTx/>
              <a:buNone/>
              <a:defRPr sz="1600" b="1"/>
            </a:lvl7pPr>
            <a:lvl8pPr marL="0" indent="0">
              <a:spcBef>
                <a:spcPts val="0"/>
              </a:spcBef>
              <a:buFontTx/>
              <a:buNone/>
              <a:defRPr sz="1600" b="1"/>
            </a:lvl8pPr>
            <a:lvl9pPr marL="0" indent="0">
              <a:spcBef>
                <a:spcPts val="0"/>
              </a:spcBef>
              <a:buFontTx/>
              <a:buNone/>
              <a:defRPr sz="16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4" name="Content Placeholder 7"/>
          <p:cNvSpPr>
            <a:spLocks noGrp="1"/>
          </p:cNvSpPr>
          <p:nvPr>
            <p:ph sz="half" idx="2"/>
          </p:nvPr>
        </p:nvSpPr>
        <p:spPr>
          <a:xfrm>
            <a:off x="3428805" y="3474720"/>
            <a:ext cx="2499359" cy="2697480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2F1293E6-42E9-E8B5-FFA8-86FB82D4865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263841" y="1600200"/>
            <a:ext cx="2499359" cy="12344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1A0087B1-BE04-FAAE-807C-18D539A5855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63841" y="3063240"/>
            <a:ext cx="2499359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600" b="1"/>
            </a:lvl1pPr>
            <a:lvl2pPr marL="0" indent="0">
              <a:spcBef>
                <a:spcPts val="0"/>
              </a:spcBef>
              <a:buFontTx/>
              <a:buNone/>
              <a:defRPr sz="1600" b="1"/>
            </a:lvl2pPr>
            <a:lvl3pPr marL="0" indent="0">
              <a:spcBef>
                <a:spcPts val="0"/>
              </a:spcBef>
              <a:buFontTx/>
              <a:buNone/>
              <a:defRPr sz="1600" b="1"/>
            </a:lvl3pPr>
            <a:lvl4pPr marL="0" indent="0">
              <a:spcBef>
                <a:spcPts val="0"/>
              </a:spcBef>
              <a:buFontTx/>
              <a:buNone/>
              <a:defRPr sz="1600" b="1"/>
            </a:lvl4pPr>
            <a:lvl5pPr marL="0" indent="0">
              <a:spcBef>
                <a:spcPts val="0"/>
              </a:spcBef>
              <a:buFontTx/>
              <a:buNone/>
              <a:defRPr sz="1600" b="1"/>
            </a:lvl5pPr>
            <a:lvl6pPr marL="0" indent="0">
              <a:spcBef>
                <a:spcPts val="0"/>
              </a:spcBef>
              <a:buFontTx/>
              <a:buNone/>
              <a:defRPr sz="1600" b="1"/>
            </a:lvl6pPr>
            <a:lvl7pPr marL="0" indent="0">
              <a:spcBef>
                <a:spcPts val="0"/>
              </a:spcBef>
              <a:buFontTx/>
              <a:buNone/>
              <a:defRPr sz="1600" b="1"/>
            </a:lvl7pPr>
            <a:lvl8pPr marL="0" indent="0">
              <a:spcBef>
                <a:spcPts val="0"/>
              </a:spcBef>
              <a:buFontTx/>
              <a:buNone/>
              <a:defRPr sz="1600" b="1"/>
            </a:lvl8pPr>
            <a:lvl9pPr marL="0" indent="0">
              <a:spcBef>
                <a:spcPts val="0"/>
              </a:spcBef>
              <a:buFontTx/>
              <a:buNone/>
              <a:defRPr sz="16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9A4D43E8-8B9E-0180-3592-10B667D09516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6263841" y="3474720"/>
            <a:ext cx="2499359" cy="2697480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Picture Placeholder 11">
            <a:extLst>
              <a:ext uri="{FF2B5EF4-FFF2-40B4-BE49-F238E27FC236}">
                <a16:creationId xmlns:a16="http://schemas.microsoft.com/office/drawing/2014/main" id="{D206E8B5-48CF-3920-10E8-5C214FEE93B1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9144001" y="1600200"/>
            <a:ext cx="2499359" cy="12344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30A8711B-6FCD-CC40-76D9-6F2EED66A6E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144001" y="3063240"/>
            <a:ext cx="2499359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600" b="1"/>
            </a:lvl1pPr>
            <a:lvl2pPr marL="0" indent="0">
              <a:spcBef>
                <a:spcPts val="0"/>
              </a:spcBef>
              <a:buFontTx/>
              <a:buNone/>
              <a:defRPr sz="1600" b="1"/>
            </a:lvl2pPr>
            <a:lvl3pPr marL="0" indent="0">
              <a:spcBef>
                <a:spcPts val="0"/>
              </a:spcBef>
              <a:buFontTx/>
              <a:buNone/>
              <a:defRPr sz="1600" b="1"/>
            </a:lvl3pPr>
            <a:lvl4pPr marL="0" indent="0">
              <a:spcBef>
                <a:spcPts val="0"/>
              </a:spcBef>
              <a:buFontTx/>
              <a:buNone/>
              <a:defRPr sz="1600" b="1"/>
            </a:lvl4pPr>
            <a:lvl5pPr marL="0" indent="0">
              <a:spcBef>
                <a:spcPts val="0"/>
              </a:spcBef>
              <a:buFontTx/>
              <a:buNone/>
              <a:defRPr sz="1600" b="1"/>
            </a:lvl5pPr>
            <a:lvl6pPr marL="0" indent="0">
              <a:spcBef>
                <a:spcPts val="0"/>
              </a:spcBef>
              <a:buFontTx/>
              <a:buNone/>
              <a:defRPr sz="1600" b="1"/>
            </a:lvl6pPr>
            <a:lvl7pPr marL="0" indent="0">
              <a:spcBef>
                <a:spcPts val="0"/>
              </a:spcBef>
              <a:buFontTx/>
              <a:buNone/>
              <a:defRPr sz="1600" b="1"/>
            </a:lvl7pPr>
            <a:lvl8pPr marL="0" indent="0">
              <a:spcBef>
                <a:spcPts val="0"/>
              </a:spcBef>
              <a:buFontTx/>
              <a:buNone/>
              <a:defRPr sz="1600" b="1"/>
            </a:lvl8pPr>
            <a:lvl9pPr marL="0" indent="0">
              <a:spcBef>
                <a:spcPts val="0"/>
              </a:spcBef>
              <a:buFontTx/>
              <a:buNone/>
              <a:defRPr sz="16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15" name="Content Placeholder 13">
            <a:extLst>
              <a:ext uri="{FF2B5EF4-FFF2-40B4-BE49-F238E27FC236}">
                <a16:creationId xmlns:a16="http://schemas.microsoft.com/office/drawing/2014/main" id="{ABA13BFB-DABC-41BC-F712-51774CC8BA1C}"/>
              </a:ext>
            </a:extLst>
          </p:cNvPr>
          <p:cNvSpPr>
            <a:spLocks noGrp="1"/>
          </p:cNvSpPr>
          <p:nvPr>
            <p:ph sz="half" idx="21"/>
          </p:nvPr>
        </p:nvSpPr>
        <p:spPr>
          <a:xfrm>
            <a:off x="9144001" y="3474720"/>
            <a:ext cx="2499359" cy="2697480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Date Placeholder 15">
            <a:extLst>
              <a:ext uri="{FF2B5EF4-FFF2-40B4-BE49-F238E27FC236}">
                <a16:creationId xmlns:a16="http://schemas.microsoft.com/office/drawing/2014/main" id="{6FA3AB29-95C5-BB81-8596-7248603E0DBA}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fld id="{971AFA9C-17DA-4726-B9E3-ADECF7729AF7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F8249F74-522A-F15A-97B8-27047D5DEDAE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79D051F2-C7C4-43BD-B552-C78CE0DE41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9935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1786">
          <p15:clr>
            <a:srgbClr val="A4A3A4"/>
          </p15:clr>
        </p15:guide>
        <p15:guide id="3" orient="horz" pos="3888">
          <p15:clr>
            <a:srgbClr val="A4A3A4"/>
          </p15:clr>
        </p15:guide>
        <p15:guide id="4" orient="horz" pos="1930">
          <p15:clr>
            <a:srgbClr val="A4A3A4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48640" y="411481"/>
            <a:ext cx="8231293" cy="1189037"/>
          </a:xfrm>
        </p:spPr>
        <p:txBody>
          <a:bodyPr anchor="t" anchorCtr="0"/>
          <a:lstStyle>
            <a:lvl1pPr>
              <a:lnSpc>
                <a:spcPct val="80000"/>
              </a:lnSpc>
              <a:defRPr sz="4000" spc="-1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B62121C3-FD56-A9B2-1088-141E0BDB4C1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8640" y="2148840"/>
            <a:ext cx="6795135" cy="40233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2800"/>
            </a:lvl1pPr>
            <a:lvl2pPr marL="182880" indent="-182880">
              <a:spcBef>
                <a:spcPts val="1000"/>
              </a:spcBef>
              <a:buFont typeface="Arial" panose="020B0604020202020204" pitchFamily="34" charset="0"/>
              <a:buChar char="▪"/>
              <a:defRPr/>
            </a:lvl2pPr>
            <a:lvl3pPr marL="365760">
              <a:defRPr/>
            </a:lvl3pPr>
            <a:lvl4pPr marL="548640">
              <a:defRPr/>
            </a:lvl4pPr>
            <a:lvl5pPr marL="731520">
              <a:defRPr/>
            </a:lvl5pPr>
            <a:lvl6pPr marL="914400">
              <a:defRPr/>
            </a:lvl6pPr>
            <a:lvl7pPr marL="1097280">
              <a:defRPr/>
            </a:lvl7pPr>
            <a:lvl8pPr marL="1280160">
              <a:defRPr/>
            </a:lvl8pPr>
            <a:lvl9pPr marL="1463040">
              <a:defRPr/>
            </a:lvl9pPr>
          </a:lstStyle>
          <a:p>
            <a:pPr lvl="0"/>
            <a:r>
              <a:rPr lang="en-US"/>
              <a:t>[Optional section subtitle]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DBADC8-E5B3-9DDB-F294-C14F7AA987B8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971AFA9C-17DA-4726-B9E3-ADECF7729AF7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7DADDA-8448-690C-2CAB-FA7E28471B81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79D051F2-C7C4-43BD-B552-C78CE0DE4128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Rectangle 15">
            <a:extLst>
              <a:ext uri="{FF2B5EF4-FFF2-40B4-BE49-F238E27FC236}">
                <a16:creationId xmlns:a16="http://schemas.microsoft.com/office/drawing/2014/main" id="{29767174-7781-C263-3756-CD54301026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6840" y="6657945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36F2182-1ACE-5AD5-681B-31F3C21870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6840" y="0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A0C2669-2091-19FC-7FA5-E8DD4A44F8C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033303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- Imag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1">
            <a:extLst>
              <a:ext uri="{FF2B5EF4-FFF2-40B4-BE49-F238E27FC236}">
                <a16:creationId xmlns:a16="http://schemas.microsoft.com/office/drawing/2014/main" id="{D68235BF-5094-B6AD-6429-61352C54DE9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228600"/>
            <a:ext cx="12192000" cy="6400800"/>
          </a:xfrm>
          <a:solidFill>
            <a:srgbClr val="56555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FFFFFF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2"/>
          <p:cNvSpPr>
            <a:spLocks noGrp="1"/>
          </p:cNvSpPr>
          <p:nvPr>
            <p:ph type="title" hasCustomPrompt="1"/>
          </p:nvPr>
        </p:nvSpPr>
        <p:spPr>
          <a:xfrm>
            <a:off x="548640" y="411481"/>
            <a:ext cx="8231293" cy="1189037"/>
          </a:xfrm>
        </p:spPr>
        <p:txBody>
          <a:bodyPr anchor="t" anchorCtr="0"/>
          <a:lstStyle>
            <a:lvl1pPr>
              <a:lnSpc>
                <a:spcPct val="80000"/>
              </a:lnSpc>
              <a:defRPr sz="4000" spc="-1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DC6E9F-9E2F-3968-F76A-CD8240DB9C8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8640" y="2148840"/>
            <a:ext cx="6795135" cy="91440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2800"/>
            </a:lvl1pPr>
            <a:lvl2pPr marL="182880" indent="-182880">
              <a:spcBef>
                <a:spcPts val="1000"/>
              </a:spcBef>
              <a:buFont typeface="Arial" panose="020B0604020202020204" pitchFamily="34" charset="0"/>
              <a:buChar char="▪"/>
              <a:defRPr/>
            </a:lvl2pPr>
            <a:lvl3pPr marL="365760">
              <a:defRPr/>
            </a:lvl3pPr>
            <a:lvl4pPr marL="548640">
              <a:defRPr/>
            </a:lvl4pPr>
            <a:lvl5pPr marL="731520">
              <a:defRPr/>
            </a:lvl5pPr>
            <a:lvl6pPr marL="914400">
              <a:defRPr/>
            </a:lvl6pPr>
            <a:lvl7pPr marL="1097280">
              <a:defRPr/>
            </a:lvl7pPr>
            <a:lvl8pPr marL="1280160">
              <a:defRPr/>
            </a:lvl8pPr>
            <a:lvl9pPr marL="1463040">
              <a:defRPr/>
            </a:lvl9pPr>
          </a:lstStyle>
          <a:p>
            <a:pPr lvl="0"/>
            <a:r>
              <a:rPr lang="en-US"/>
              <a:t>[Optional section subtitle]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2EB74B-4EFA-464C-722C-FBCA5174031B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71AFA9C-17DA-4726-B9E3-ADECF7729AF7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C19503-16E7-50C5-8995-F8E0DCB6B62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9D051F2-C7C4-43BD-B552-C78CE0DE4128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8E613F9-1842-268A-DF27-3F9D7650270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687603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- White 0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48640" y="411481"/>
            <a:ext cx="8231293" cy="1189037"/>
          </a:xfrm>
        </p:spPr>
        <p:txBody>
          <a:bodyPr anchor="t" anchorCtr="0"/>
          <a:lstStyle>
            <a:lvl1pPr>
              <a:lnSpc>
                <a:spcPct val="80000"/>
              </a:lnSpc>
              <a:defRPr sz="4000" spc="-1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3EF29EDB-49B7-13CD-321C-E88CD44FB7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8640" y="2148840"/>
            <a:ext cx="6795135" cy="40233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2800"/>
            </a:lvl1pPr>
            <a:lvl2pPr marL="182880" indent="-182880">
              <a:spcBef>
                <a:spcPts val="1000"/>
              </a:spcBef>
              <a:buFont typeface="Arial" panose="020B0604020202020204" pitchFamily="34" charset="0"/>
              <a:buChar char="▪"/>
              <a:defRPr/>
            </a:lvl2pPr>
            <a:lvl3pPr marL="365760">
              <a:defRPr/>
            </a:lvl3pPr>
            <a:lvl4pPr marL="548640">
              <a:defRPr/>
            </a:lvl4pPr>
            <a:lvl5pPr marL="731520">
              <a:defRPr/>
            </a:lvl5pPr>
            <a:lvl6pPr marL="914400">
              <a:defRPr/>
            </a:lvl6pPr>
            <a:lvl7pPr marL="1097280">
              <a:defRPr/>
            </a:lvl7pPr>
            <a:lvl8pPr marL="1280160">
              <a:defRPr/>
            </a:lvl8pPr>
            <a:lvl9pPr marL="1463040">
              <a:defRPr/>
            </a:lvl9pPr>
          </a:lstStyle>
          <a:p>
            <a:pPr lvl="0"/>
            <a:r>
              <a:rPr lang="en-US"/>
              <a:t>[Optional section subtitle]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CC6170-ECB5-A830-2874-091E36410134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971AFA9C-17DA-4726-B9E3-ADECF7729AF7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B1CE1D-5DB3-7DB4-A801-B688218E7EC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79D051F2-C7C4-43BD-B552-C78CE0DE41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689011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- White 0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48641" y="411480"/>
            <a:ext cx="5365327" cy="914400"/>
          </a:xfrm>
        </p:spPr>
        <p:txBody>
          <a:bodyPr anchor="t" anchorCtr="0"/>
          <a:lstStyle>
            <a:lvl1pPr>
              <a:lnSpc>
                <a:spcPct val="90000"/>
              </a:lnSpc>
              <a:defRPr sz="2400" spc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3EF29EDB-49B7-13CD-321C-E88CD44FB7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8640" y="1600200"/>
            <a:ext cx="6795135" cy="4572000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FontTx/>
              <a:buNone/>
              <a:defRPr sz="3600"/>
            </a:lvl1pPr>
            <a:lvl2pPr marL="182880" indent="-182880">
              <a:spcBef>
                <a:spcPts val="1000"/>
              </a:spcBef>
              <a:buFont typeface="Arial" panose="020B0604020202020204" pitchFamily="34" charset="0"/>
              <a:buChar char="▪"/>
              <a:defRPr/>
            </a:lvl2pPr>
            <a:lvl3pPr marL="365760">
              <a:defRPr/>
            </a:lvl3pPr>
            <a:lvl4pPr marL="548640">
              <a:defRPr/>
            </a:lvl4pPr>
            <a:lvl5pPr marL="731520">
              <a:defRPr/>
            </a:lvl5pPr>
            <a:lvl6pPr marL="914400">
              <a:defRPr/>
            </a:lvl6pPr>
            <a:lvl7pPr marL="1097280">
              <a:defRPr/>
            </a:lvl7pPr>
            <a:lvl8pPr marL="1280160">
              <a:defRPr/>
            </a:lvl8pPr>
            <a:lvl9pPr marL="1463040">
              <a:defRPr/>
            </a:lvl9pPr>
          </a:lstStyle>
          <a:p>
            <a:pPr lvl="0"/>
            <a:r>
              <a:rPr lang="en-US"/>
              <a:t>[Long section description]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A978CF-9C5E-3CFC-1FBF-80FF0C14A03A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971AFA9C-17DA-4726-B9E3-ADECF7729AF7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496E61-43C3-4A10-6216-8AA17EF97B8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79D051F2-C7C4-43BD-B552-C78CE0DE41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05492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 - Half Image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48641" y="411481"/>
            <a:ext cx="5365327" cy="1189037"/>
          </a:xfrm>
        </p:spPr>
        <p:txBody>
          <a:bodyPr anchor="t" anchorCtr="0"/>
          <a:lstStyle>
            <a:lvl1pPr>
              <a:lnSpc>
                <a:spcPct val="80000"/>
              </a:lnSpc>
              <a:defRPr sz="4000" spc="-1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FD05FCA9-6234-AA37-16E9-CA72B744A81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8640" y="2148840"/>
            <a:ext cx="5365325" cy="4023360"/>
          </a:xfrm>
        </p:spPr>
        <p:txBody>
          <a:bodyPr/>
          <a:lstStyle>
            <a:lvl1pPr marL="0" indent="0">
              <a:spcBef>
                <a:spcPts val="1000"/>
              </a:spcBef>
              <a:buFontTx/>
              <a:buNone/>
              <a:defRPr/>
            </a:lvl1pPr>
            <a:lvl2pPr marL="182880" indent="-182880">
              <a:spcBef>
                <a:spcPts val="1000"/>
              </a:spcBef>
              <a:buFont typeface="Arial" panose="020B0604020202020204" pitchFamily="34" charset="0"/>
              <a:buChar char="▪"/>
              <a:defRPr/>
            </a:lvl2pPr>
            <a:lvl3pPr marL="365760">
              <a:defRPr/>
            </a:lvl3pPr>
            <a:lvl4pPr marL="548640">
              <a:defRPr/>
            </a:lvl4pPr>
            <a:lvl5pPr marL="731520">
              <a:defRPr/>
            </a:lvl5pPr>
            <a:lvl6pPr marL="914400">
              <a:defRPr/>
            </a:lvl6pPr>
            <a:lvl7pPr marL="1097280">
              <a:defRPr/>
            </a:lvl7pPr>
            <a:lvl8pPr marL="1280160">
              <a:defRPr/>
            </a:lvl8pPr>
            <a:lvl9pPr marL="1463040">
              <a:defRPr/>
            </a:lvl9pPr>
          </a:lstStyle>
          <a:p>
            <a:pPr lvl="0"/>
            <a:r>
              <a:rPr lang="en-US"/>
              <a:t>[Optional section description]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98909E-3F3B-28FF-B01F-B77401FC0BCC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971AFA9C-17DA-4726-B9E3-ADECF7729AF7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4506F2-72D4-8024-72B5-E5E4464D05D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79D051F2-C7C4-43BD-B552-C78CE0DE4128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6FB94CE1-6713-07D6-4B5A-4A8C98A3721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278037" y="1076324"/>
            <a:ext cx="5365748" cy="5095875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Rectangle 15">
            <a:extLst>
              <a:ext uri="{FF2B5EF4-FFF2-40B4-BE49-F238E27FC236}">
                <a16:creationId xmlns:a16="http://schemas.microsoft.com/office/drawing/2014/main" id="{F827E20F-449C-FD35-0420-0D0665538D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6840" y="6657945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B78D2D4-DCB9-0AD3-0C18-6C6757224C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6840" y="0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10600B0-1249-F5D8-D1B7-CC4F0AD64E0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886322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- Half Image -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48641" y="411481"/>
            <a:ext cx="5365327" cy="1189037"/>
          </a:xfrm>
        </p:spPr>
        <p:txBody>
          <a:bodyPr anchor="t" anchorCtr="0"/>
          <a:lstStyle>
            <a:lvl1pPr>
              <a:lnSpc>
                <a:spcPct val="80000"/>
              </a:lnSpc>
              <a:defRPr sz="4000" spc="-1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FD05FCA9-6234-AA37-16E9-CA72B744A81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8640" y="2148840"/>
            <a:ext cx="5365325" cy="4023360"/>
          </a:xfrm>
        </p:spPr>
        <p:txBody>
          <a:bodyPr/>
          <a:lstStyle>
            <a:lvl1pPr marL="0" indent="0">
              <a:spcBef>
                <a:spcPts val="1000"/>
              </a:spcBef>
              <a:buFontTx/>
              <a:buNone/>
              <a:defRPr/>
            </a:lvl1pPr>
            <a:lvl2pPr marL="182880" indent="-182880">
              <a:spcBef>
                <a:spcPts val="1000"/>
              </a:spcBef>
              <a:buFont typeface="Arial" panose="020B0604020202020204" pitchFamily="34" charset="0"/>
              <a:buChar char="▪"/>
              <a:defRPr/>
            </a:lvl2pPr>
            <a:lvl3pPr marL="365760">
              <a:defRPr/>
            </a:lvl3pPr>
            <a:lvl4pPr marL="548640">
              <a:defRPr/>
            </a:lvl4pPr>
            <a:lvl5pPr marL="731520">
              <a:defRPr/>
            </a:lvl5pPr>
            <a:lvl6pPr marL="914400">
              <a:defRPr/>
            </a:lvl6pPr>
            <a:lvl7pPr marL="1097280">
              <a:defRPr/>
            </a:lvl7pPr>
            <a:lvl8pPr marL="1280160">
              <a:defRPr/>
            </a:lvl8pPr>
            <a:lvl9pPr marL="1463040">
              <a:defRPr/>
            </a:lvl9pPr>
          </a:lstStyle>
          <a:p>
            <a:pPr lvl="0"/>
            <a:r>
              <a:rPr lang="en-US"/>
              <a:t>[Optional section description]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99F1DF14-7FE6-F760-F31F-7EF2AD60D9C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278037" y="1076324"/>
            <a:ext cx="5365748" cy="5095875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223B66-3A13-0C9F-B944-AC25D742AF96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971AFA9C-17DA-4726-B9E3-ADECF7729AF7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1544B9-C835-CF1D-D28F-2122F278951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79D051F2-C7C4-43BD-B552-C78CE0DE41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2920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79C0D1-24E4-F8B5-5008-90B631F446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AFA9C-17DA-4726-B9E3-ADECF7729AF7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FD0708B-B177-BDB5-031F-585D18C07E8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9D051F2-C7C4-43BD-B552-C78CE0DE41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234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Only - Black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232747-3E71-8E75-327E-02C587769F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AFA9C-17DA-4726-B9E3-ADECF7729AF7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282339-D15E-F6F1-894B-9E005612155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9D051F2-C7C4-43BD-B552-C78CE0DE4128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5">
            <a:extLst>
              <a:ext uri="{FF2B5EF4-FFF2-40B4-BE49-F238E27FC236}">
                <a16:creationId xmlns:a16="http://schemas.microsoft.com/office/drawing/2014/main" id="{833783EA-3887-4D75-CFC6-A032432DD7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6840" y="6657945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C42907C-64C3-CBB8-169A-BB3EFFC55B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6840" y="0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44B3BC7-1721-F04F-32EA-9BA47104C8A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74878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663EDA0-A0A8-B169-0C67-503B7AD628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AFA9C-17DA-4726-B9E3-ADECF7729AF7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D91F9A-E3C3-E735-5763-00096014542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9D051F2-C7C4-43BD-B552-C78CE0DE41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56881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888">
          <p15:clr>
            <a:srgbClr val="A4A3A4"/>
          </p15:clr>
        </p15:guide>
        <p15:guide id="2" orient="horz" pos="1008">
          <p15:clr>
            <a:srgbClr val="A4A3A4"/>
          </p15:clr>
        </p15:guide>
      </p15:sldGuideLst>
    </p:ext>
  </p:extLs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lank - Black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D7CC9F-EDC9-A6F7-DA66-4A306089A1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AFA9C-17DA-4726-B9E3-ADECF7729AF7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9D9C3A-06B5-D7B7-AE0A-005090EAD78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9D051F2-C7C4-43BD-B552-C78CE0DE4128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Rectangle 15">
            <a:extLst>
              <a:ext uri="{FF2B5EF4-FFF2-40B4-BE49-F238E27FC236}">
                <a16:creationId xmlns:a16="http://schemas.microsoft.com/office/drawing/2014/main" id="{B76758EE-15B3-7721-5E75-E147C88706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6840" y="6657945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CC5DC3A-1F9F-1C52-8FA1-007E776E4A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6840" y="0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9D1ED16-EB0F-ACBF-80D9-A9A76A8D752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487463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3888">
          <p15:clr>
            <a:srgbClr val="A4A3A4"/>
          </p15:clr>
        </p15:guide>
        <p15:guide id="2" orient="horz" pos="1008">
          <p15:clr>
            <a:srgbClr val="A4A3A4"/>
          </p15:clr>
        </p15:guide>
      </p15:sldGuideLst>
    </p:ext>
  </p:extLs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hank You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">
            <a:extLst>
              <a:ext uri="{FF2B5EF4-FFF2-40B4-BE49-F238E27FC236}">
                <a16:creationId xmlns:a16="http://schemas.microsoft.com/office/drawing/2014/main" id="{9FBB499C-D22E-E02E-342C-293D573F4036}"/>
              </a:ext>
            </a:extLst>
          </p:cNvPr>
          <p:cNvSpPr txBox="1"/>
          <p:nvPr/>
        </p:nvSpPr>
        <p:spPr>
          <a:xfrm>
            <a:off x="548216" y="2148840"/>
            <a:ext cx="11094720" cy="13716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9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4800" cap="all" baseline="0">
                <a:solidFill>
                  <a:srgbClr val="FFCC01"/>
                </a:solidFill>
              </a:rPr>
              <a:t>THANK YOU.</a:t>
            </a:r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900DDD06-33DA-C48B-4271-22D241C5EC7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48218" y="4819414"/>
            <a:ext cx="5365749" cy="1371599"/>
          </a:xfrm>
        </p:spPr>
        <p:txBody>
          <a:bodyPr anchor="b" anchorCtr="0"/>
          <a:lstStyle>
            <a:lvl1pPr marL="0" indent="0">
              <a:spcBef>
                <a:spcPts val="0"/>
              </a:spcBef>
              <a:buFontTx/>
              <a:buNone/>
              <a:defRPr sz="1200"/>
            </a:lvl1pPr>
            <a:lvl2pPr marL="0" indent="0">
              <a:spcBef>
                <a:spcPts val="0"/>
              </a:spcBef>
              <a:buFontTx/>
              <a:buNone/>
              <a:defRPr sz="1200"/>
            </a:lvl2pPr>
            <a:lvl3pPr marL="0" indent="0">
              <a:spcBef>
                <a:spcPts val="0"/>
              </a:spcBef>
              <a:buFontTx/>
              <a:buNone/>
              <a:defRPr sz="1200"/>
            </a:lvl3pPr>
            <a:lvl4pPr marL="0" indent="0">
              <a:spcBef>
                <a:spcPts val="0"/>
              </a:spcBef>
              <a:buFontTx/>
              <a:buNone/>
              <a:defRPr sz="1200"/>
            </a:lvl4pPr>
            <a:lvl5pPr marL="0" indent="0">
              <a:spcBef>
                <a:spcPts val="0"/>
              </a:spcBef>
              <a:buFontTx/>
              <a:buNone/>
              <a:defRPr sz="1200"/>
            </a:lvl5pPr>
            <a:lvl6pPr marL="0" indent="0">
              <a:spcBef>
                <a:spcPts val="0"/>
              </a:spcBef>
              <a:buFontTx/>
              <a:buNone/>
              <a:defRPr sz="1200"/>
            </a:lvl6pPr>
            <a:lvl7pPr marL="0" indent="0">
              <a:spcBef>
                <a:spcPts val="0"/>
              </a:spcBef>
              <a:buFontTx/>
              <a:buNone/>
              <a:defRPr sz="1200"/>
            </a:lvl7pPr>
            <a:lvl8pPr marL="0" indent="0">
              <a:spcBef>
                <a:spcPts val="0"/>
              </a:spcBef>
              <a:buFontTx/>
              <a:buNone/>
              <a:defRPr sz="1200"/>
            </a:lvl8pPr>
            <a:lvl9pPr marL="0" indent="0">
              <a:spcBef>
                <a:spcPts val="0"/>
              </a:spcBef>
              <a:buFontTx/>
              <a:buNone/>
              <a:defRPr sz="1200"/>
            </a:lvl9pPr>
          </a:lstStyle>
          <a:p>
            <a:pPr lvl="0"/>
            <a:r>
              <a:rPr lang="en-US"/>
              <a:t>[Optional contact information]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D632A57-06FC-652E-6EE4-1F70D322E5B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971AFA9C-17DA-4726-B9E3-ADECF7729AF7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E1E829-FABB-578E-0154-2C87BBF4E6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D051F2-C7C4-43BD-B552-C78CE0DE4128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3490B06-8AF4-4B9B-7F1E-C2E93EEF2F6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423613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Logo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U.S. Army" descr="U.S. Army">
            <a:extLst>
              <a:ext uri="{FF2B5EF4-FFF2-40B4-BE49-F238E27FC236}">
                <a16:creationId xmlns:a16="http://schemas.microsoft.com/office/drawing/2014/main" id="{0B06A788-76BC-690C-D43E-FC2BDE0FB2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black">
          <a:xfrm>
            <a:off x="2827020" y="2194560"/>
            <a:ext cx="6537960" cy="2468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015591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49A25F-48AD-B7A3-3D9B-3DC3D785A8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312A15-0410-A7CA-A9D8-43BD6886A5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8027A1-7EB5-0678-EB0F-650BD7B194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AFA9C-17DA-4726-B9E3-ADECF7729AF7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BCD30D-C707-EB24-E631-D0451E6B5F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8F5385-DE6D-8457-5ACD-902B1E9353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D051F2-C7C4-43BD-B552-C78CE0DE41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1245833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0D7D6D-A7B7-74EA-6F74-BAC9829640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238D3C-1A6F-289C-01D0-FC0269EF3E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96C649-11FB-438A-AD59-9806225D32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B33B82-9CC4-ADC8-65F7-7702DD6C0D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AFA9C-17DA-4726-B9E3-ADECF7729AF7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491D42-AB19-DC33-0C4F-15A205A2A0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55D150-C001-8E81-3EC1-3DDA1A9346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D051F2-C7C4-43BD-B552-C78CE0DE41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6867354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E6D627-4126-76BB-49CC-802CFFF6F9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F3C272-A5FE-0B53-A485-80572D12E1F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64E39B-8710-B75C-19D6-9A82A326FA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456664-2E10-493D-CCC1-B9E27A5EB2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AFA9C-17DA-4726-B9E3-ADECF7729AF7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127F7E-8CC3-D827-3CEB-A0E08CA083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82C5AF-AA21-6708-D407-33B6906041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D051F2-C7C4-43BD-B552-C78CE0DE41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98394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image" Target="../media/image1.png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46.xml"/><Relationship Id="rId18" Type="http://schemas.openxmlformats.org/officeDocument/2006/relationships/slideLayout" Target="../slideLayouts/slideLayout51.xml"/><Relationship Id="rId26" Type="http://schemas.openxmlformats.org/officeDocument/2006/relationships/slideLayout" Target="../slideLayouts/slideLayout59.xml"/><Relationship Id="rId3" Type="http://schemas.openxmlformats.org/officeDocument/2006/relationships/slideLayout" Target="../slideLayouts/slideLayout36.xml"/><Relationship Id="rId21" Type="http://schemas.openxmlformats.org/officeDocument/2006/relationships/slideLayout" Target="../slideLayouts/slideLayout54.xml"/><Relationship Id="rId34" Type="http://schemas.openxmlformats.org/officeDocument/2006/relationships/theme" Target="../theme/theme2.xml"/><Relationship Id="rId7" Type="http://schemas.openxmlformats.org/officeDocument/2006/relationships/slideLayout" Target="../slideLayouts/slideLayout40.xml"/><Relationship Id="rId12" Type="http://schemas.openxmlformats.org/officeDocument/2006/relationships/slideLayout" Target="../slideLayouts/slideLayout45.xml"/><Relationship Id="rId17" Type="http://schemas.openxmlformats.org/officeDocument/2006/relationships/slideLayout" Target="../slideLayouts/slideLayout50.xml"/><Relationship Id="rId25" Type="http://schemas.openxmlformats.org/officeDocument/2006/relationships/slideLayout" Target="../slideLayouts/slideLayout58.xml"/><Relationship Id="rId33" Type="http://schemas.openxmlformats.org/officeDocument/2006/relationships/slideLayout" Target="../slideLayouts/slideLayout66.xml"/><Relationship Id="rId2" Type="http://schemas.openxmlformats.org/officeDocument/2006/relationships/slideLayout" Target="../slideLayouts/slideLayout35.xml"/><Relationship Id="rId16" Type="http://schemas.openxmlformats.org/officeDocument/2006/relationships/slideLayout" Target="../slideLayouts/slideLayout49.xml"/><Relationship Id="rId20" Type="http://schemas.openxmlformats.org/officeDocument/2006/relationships/slideLayout" Target="../slideLayouts/slideLayout53.xml"/><Relationship Id="rId29" Type="http://schemas.openxmlformats.org/officeDocument/2006/relationships/slideLayout" Target="../slideLayouts/slideLayout62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24" Type="http://schemas.openxmlformats.org/officeDocument/2006/relationships/slideLayout" Target="../slideLayouts/slideLayout57.xml"/><Relationship Id="rId32" Type="http://schemas.openxmlformats.org/officeDocument/2006/relationships/slideLayout" Target="../slideLayouts/slideLayout65.xml"/><Relationship Id="rId5" Type="http://schemas.openxmlformats.org/officeDocument/2006/relationships/slideLayout" Target="../slideLayouts/slideLayout38.xml"/><Relationship Id="rId15" Type="http://schemas.openxmlformats.org/officeDocument/2006/relationships/slideLayout" Target="../slideLayouts/slideLayout48.xml"/><Relationship Id="rId23" Type="http://schemas.openxmlformats.org/officeDocument/2006/relationships/slideLayout" Target="../slideLayouts/slideLayout56.xml"/><Relationship Id="rId28" Type="http://schemas.openxmlformats.org/officeDocument/2006/relationships/slideLayout" Target="../slideLayouts/slideLayout61.xml"/><Relationship Id="rId36" Type="http://schemas.openxmlformats.org/officeDocument/2006/relationships/image" Target="../media/image2.png"/><Relationship Id="rId10" Type="http://schemas.openxmlformats.org/officeDocument/2006/relationships/slideLayout" Target="../slideLayouts/slideLayout43.xml"/><Relationship Id="rId19" Type="http://schemas.openxmlformats.org/officeDocument/2006/relationships/slideLayout" Target="../slideLayouts/slideLayout52.xml"/><Relationship Id="rId31" Type="http://schemas.openxmlformats.org/officeDocument/2006/relationships/slideLayout" Target="../slideLayouts/slideLayout64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Relationship Id="rId14" Type="http://schemas.openxmlformats.org/officeDocument/2006/relationships/slideLayout" Target="../slideLayouts/slideLayout47.xml"/><Relationship Id="rId22" Type="http://schemas.openxmlformats.org/officeDocument/2006/relationships/slideLayout" Target="../slideLayouts/slideLayout55.xml"/><Relationship Id="rId27" Type="http://schemas.openxmlformats.org/officeDocument/2006/relationships/slideLayout" Target="../slideLayouts/slideLayout60.xml"/><Relationship Id="rId30" Type="http://schemas.openxmlformats.org/officeDocument/2006/relationships/slideLayout" Target="../slideLayouts/slideLayout63.xml"/><Relationship Id="rId35" Type="http://schemas.openxmlformats.org/officeDocument/2006/relationships/image" Target="../media/image1.png"/><Relationship Id="rId8" Type="http://schemas.openxmlformats.org/officeDocument/2006/relationships/slideLayout" Target="../slideLayouts/slideLayout4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170940C-8B04-CB4D-1B44-6768963C04C7}"/>
              </a:ext>
            </a:extLst>
          </p:cNvPr>
          <p:cNvPicPr>
            <a:picLocks noChangeAspect="1"/>
          </p:cNvPicPr>
          <p:nvPr/>
        </p:nvPicPr>
        <p:blipFill>
          <a:blip r:embed="rId35"/>
          <a:srcRect l="26274" t="67"/>
          <a:stretch>
            <a:fillRect/>
          </a:stretch>
        </p:blipFill>
        <p:spPr>
          <a:xfrm>
            <a:off x="10428514" y="411481"/>
            <a:ext cx="1214844" cy="477704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48640" y="411481"/>
            <a:ext cx="8231293" cy="9144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[Slide title]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8639" y="1600198"/>
            <a:ext cx="11094720" cy="4572000"/>
          </a:xfrm>
          <a:prstGeom prst="rect">
            <a:avLst/>
          </a:prstGeom>
        </p:spPr>
        <p:txBody>
          <a:bodyPr vert="horz" lIns="0" tIns="0" rIns="0" bIns="0" spcCol="36576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Rectangle 15">
            <a:extLst>
              <a:ext uri="{FF2B5EF4-FFF2-40B4-BE49-F238E27FC236}">
                <a16:creationId xmlns:a16="http://schemas.microsoft.com/office/drawing/2014/main" id="{A505B177-5D6D-67A3-C213-FBD8A41DB4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6840" y="6657945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1B11D7F-02E5-4718-D558-9A38AEFE4A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6840" y="0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B598B6A5-7EA2-1E58-A263-9A08F2A4D5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47688" y="6629400"/>
            <a:ext cx="823912" cy="228600"/>
          </a:xfrm>
          <a:prstGeom prst="rect">
            <a:avLst/>
          </a:prstGeom>
        </p:spPr>
        <p:txBody>
          <a:bodyPr vert="horz" lIns="0" tIns="45720" rIns="0" bIns="45720" rtlCol="0" anchor="b" anchorCtr="0"/>
          <a:lstStyle>
            <a:lvl1pPr algn="l">
              <a:defRPr sz="700" b="1">
                <a:solidFill>
                  <a:schemeClr val="tx1"/>
                </a:solidFill>
              </a:defRPr>
            </a:lvl1pPr>
          </a:lstStyle>
          <a:p>
            <a:fld id="{971AFA9C-17DA-4726-B9E3-ADECF7729AF7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FFA4C418-D296-ED76-977B-4AA2E1E823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0716" y="6629400"/>
            <a:ext cx="442001" cy="228600"/>
          </a:xfrm>
          <a:prstGeom prst="rect">
            <a:avLst/>
          </a:prstGeom>
        </p:spPr>
        <p:txBody>
          <a:bodyPr vert="horz" lIns="0" tIns="45720" rIns="0" bIns="45720" rtlCol="0" anchor="b" anchorCtr="0"/>
          <a:lstStyle>
            <a:lvl1pPr algn="r">
              <a:defRPr sz="700" b="1">
                <a:solidFill>
                  <a:schemeClr val="tx1"/>
                </a:solidFill>
              </a:defRPr>
            </a:lvl1pPr>
          </a:lstStyle>
          <a:p>
            <a:fld id="{79D051F2-C7C4-43BD-B552-C78CE0DE4128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Picture 9" descr="A picture containing icon&#10;&#10;AI-generated content may be incorrect.">
            <a:extLst>
              <a:ext uri="{FF2B5EF4-FFF2-40B4-BE49-F238E27FC236}">
                <a16:creationId xmlns:a16="http://schemas.microsoft.com/office/drawing/2014/main" id="{84A6E5DC-D173-77B5-CFA6-9D4A8EBB00CD}"/>
              </a:ext>
            </a:extLst>
      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9926020" y="424087"/>
            <a:ext cx="502494" cy="477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37659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000"/>
        </a:spcBef>
        <a:buFont typeface="Arial" panose="020B0604020202020204" pitchFamily="34" charset="0"/>
        <a:buChar char="▪"/>
        <a:defRPr sz="1700" kern="1200">
          <a:solidFill>
            <a:schemeClr val="tx1"/>
          </a:solidFill>
          <a:latin typeface="+mn-lt"/>
          <a:ea typeface="+mn-ea"/>
          <a:cs typeface="+mn-cs"/>
        </a:defRPr>
      </a:lvl1pPr>
      <a:lvl2pPr marL="365760" indent="-182880" algn="l" defTabSz="914400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548640" indent="-182880" algn="l" defTabSz="914400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731520" indent="-182880" algn="l" defTabSz="914400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indent="-182880" algn="l" defTabSz="914400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5pPr>
      <a:lvl6pPr marL="1097280" indent="-182880" algn="l" defTabSz="914400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1280160" indent="-182880" algn="l" defTabSz="914400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7pPr>
      <a:lvl8pPr marL="1463040" indent="-182880" algn="l" defTabSz="914400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8pPr>
      <a:lvl9pPr marL="1645920" indent="-182880" algn="l" defTabSz="914400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59">
          <p15:clr>
            <a:srgbClr val="F26B43"/>
          </p15:clr>
        </p15:guide>
        <p15:guide id="2" pos="345">
          <p15:clr>
            <a:srgbClr val="F26B43"/>
          </p15:clr>
        </p15:guide>
        <p15:guide id="3" pos="7335">
          <p15:clr>
            <a:srgbClr val="F26B43"/>
          </p15:clr>
        </p15:guide>
        <p15:guide id="4" orient="horz" pos="4061">
          <p15:clr>
            <a:srgbClr val="F26B43"/>
          </p15:clr>
        </p15:guide>
        <p15:guide id="6" pos="1018">
          <p15:clr>
            <a:srgbClr val="A4A3A4"/>
          </p15:clr>
        </p15:guide>
        <p15:guide id="7" pos="1248">
          <p15:clr>
            <a:srgbClr val="A4A3A4"/>
          </p15:clr>
        </p15:guide>
        <p15:guide id="8" pos="2148">
          <p15:clr>
            <a:srgbClr val="A4A3A4"/>
          </p15:clr>
        </p15:guide>
        <p15:guide id="9" pos="3052">
          <p15:clr>
            <a:srgbClr val="A4A3A4"/>
          </p15:clr>
        </p15:guide>
        <p15:guide id="10" pos="3954">
          <p15:clr>
            <a:srgbClr val="A4A3A4"/>
          </p15:clr>
        </p15:guide>
        <p15:guide id="11" pos="3724">
          <p15:clr>
            <a:srgbClr val="A4A3A4"/>
          </p15:clr>
        </p15:guide>
        <p15:guide id="12" pos="4858">
          <p15:clr>
            <a:srgbClr val="A4A3A4"/>
          </p15:clr>
        </p15:guide>
        <p15:guide id="13" pos="5784">
          <p15:clr>
            <a:srgbClr val="A4A3A4"/>
          </p15:clr>
        </p15:guide>
        <p15:guide id="14" pos="6660">
          <p15:clr>
            <a:srgbClr val="A4A3A4"/>
          </p15:clr>
        </p15:guide>
        <p15:guide id="15" pos="1920">
          <p15:clr>
            <a:srgbClr val="A4A3A4"/>
          </p15:clr>
        </p15:guide>
        <p15:guide id="16" pos="2822">
          <p15:clr>
            <a:srgbClr val="A4A3A4"/>
          </p15:clr>
        </p15:guide>
        <p15:guide id="17" pos="4626">
          <p15:clr>
            <a:srgbClr val="A4A3A4"/>
          </p15:clr>
        </p15:guide>
        <p15:guide id="18" pos="5530">
          <p15:clr>
            <a:srgbClr val="A4A3A4"/>
          </p15:clr>
        </p15:guide>
        <p15:guide id="19" pos="6434">
          <p15:clr>
            <a:srgbClr val="A4A3A4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170940C-8B04-CB4D-1B44-6768963C04C7}"/>
              </a:ext>
            </a:extLst>
          </p:cNvPr>
          <p:cNvPicPr>
            <a:picLocks noChangeAspect="1"/>
          </p:cNvPicPr>
          <p:nvPr/>
        </p:nvPicPr>
        <p:blipFill>
          <a:blip r:embed="rId35"/>
          <a:srcRect l="26274" t="67"/>
          <a:stretch>
            <a:fillRect/>
          </a:stretch>
        </p:blipFill>
        <p:spPr>
          <a:xfrm>
            <a:off x="10428514" y="411481"/>
            <a:ext cx="1214844" cy="477704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48640" y="411481"/>
            <a:ext cx="8231293" cy="9144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[Slide title]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8639" y="1600198"/>
            <a:ext cx="11094720" cy="4572000"/>
          </a:xfrm>
          <a:prstGeom prst="rect">
            <a:avLst/>
          </a:prstGeom>
        </p:spPr>
        <p:txBody>
          <a:bodyPr vert="horz" lIns="0" tIns="0" rIns="0" bIns="0" spcCol="36576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Rectangle 15">
            <a:extLst>
              <a:ext uri="{FF2B5EF4-FFF2-40B4-BE49-F238E27FC236}">
                <a16:creationId xmlns:a16="http://schemas.microsoft.com/office/drawing/2014/main" id="{A505B177-5D6D-67A3-C213-FBD8A41DB4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6840" y="6657945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1B11D7F-02E5-4718-D558-9A38AEFE4A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6840" y="0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B598B6A5-7EA2-1E58-A263-9A08F2A4D5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47688" y="6629400"/>
            <a:ext cx="823912" cy="228600"/>
          </a:xfrm>
          <a:prstGeom prst="rect">
            <a:avLst/>
          </a:prstGeom>
        </p:spPr>
        <p:txBody>
          <a:bodyPr vert="horz" lIns="0" tIns="45720" rIns="0" bIns="45720" rtlCol="0" anchor="b" anchorCtr="0"/>
          <a:lstStyle>
            <a:lvl1pPr algn="l">
              <a:defRPr sz="700" b="1">
                <a:solidFill>
                  <a:schemeClr val="tx1"/>
                </a:solidFill>
              </a:defRPr>
            </a:lvl1pPr>
          </a:lstStyle>
          <a:p>
            <a:fld id="{971AFA9C-17DA-4726-B9E3-ADECF7729AF7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FFA4C418-D296-ED76-977B-4AA2E1E823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0716" y="6629400"/>
            <a:ext cx="442001" cy="228600"/>
          </a:xfrm>
          <a:prstGeom prst="rect">
            <a:avLst/>
          </a:prstGeom>
        </p:spPr>
        <p:txBody>
          <a:bodyPr vert="horz" lIns="0" tIns="45720" rIns="0" bIns="45720" rtlCol="0" anchor="b" anchorCtr="0"/>
          <a:lstStyle>
            <a:lvl1pPr algn="r">
              <a:defRPr sz="700" b="1">
                <a:solidFill>
                  <a:schemeClr val="tx1"/>
                </a:solidFill>
              </a:defRPr>
            </a:lvl1pPr>
          </a:lstStyle>
          <a:p>
            <a:fld id="{79D051F2-C7C4-43BD-B552-C78CE0DE4128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Picture 9" descr="A picture containing icon&#10;&#10;AI-generated content may be incorrect.">
            <a:extLst>
              <a:ext uri="{FF2B5EF4-FFF2-40B4-BE49-F238E27FC236}">
                <a16:creationId xmlns:a16="http://schemas.microsoft.com/office/drawing/2014/main" id="{84A6E5DC-D173-77B5-CFA6-9D4A8EBB00CD}"/>
              </a:ext>
            </a:extLst>
      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9926020" y="424087"/>
            <a:ext cx="502494" cy="477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38651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  <p:sldLayoutId id="2147483698" r:id="rId4"/>
    <p:sldLayoutId id="2147483699" r:id="rId5"/>
    <p:sldLayoutId id="2147483700" r:id="rId6"/>
    <p:sldLayoutId id="2147483701" r:id="rId7"/>
    <p:sldLayoutId id="2147483702" r:id="rId8"/>
    <p:sldLayoutId id="2147483703" r:id="rId9"/>
    <p:sldLayoutId id="2147483704" r:id="rId10"/>
    <p:sldLayoutId id="2147483705" r:id="rId11"/>
    <p:sldLayoutId id="2147483706" r:id="rId12"/>
    <p:sldLayoutId id="2147483707" r:id="rId13"/>
    <p:sldLayoutId id="2147483708" r:id="rId14"/>
    <p:sldLayoutId id="2147483709" r:id="rId15"/>
    <p:sldLayoutId id="2147483710" r:id="rId16"/>
    <p:sldLayoutId id="2147483711" r:id="rId17"/>
    <p:sldLayoutId id="2147483712" r:id="rId18"/>
    <p:sldLayoutId id="2147483713" r:id="rId19"/>
    <p:sldLayoutId id="2147483714" r:id="rId20"/>
    <p:sldLayoutId id="2147483715" r:id="rId21"/>
    <p:sldLayoutId id="2147483716" r:id="rId22"/>
    <p:sldLayoutId id="2147483717" r:id="rId23"/>
    <p:sldLayoutId id="2147483718" r:id="rId24"/>
    <p:sldLayoutId id="2147483719" r:id="rId25"/>
    <p:sldLayoutId id="2147483720" r:id="rId26"/>
    <p:sldLayoutId id="2147483721" r:id="rId27"/>
    <p:sldLayoutId id="2147483722" r:id="rId28"/>
    <p:sldLayoutId id="2147483723" r:id="rId29"/>
    <p:sldLayoutId id="2147483724" r:id="rId30"/>
    <p:sldLayoutId id="2147483725" r:id="rId31"/>
    <p:sldLayoutId id="2147483726" r:id="rId32"/>
    <p:sldLayoutId id="2147483727" r:id="rId3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000"/>
        </a:spcBef>
        <a:buFont typeface="Arial" panose="020B0604020202020204" pitchFamily="34" charset="0"/>
        <a:buChar char="▪"/>
        <a:defRPr sz="1700" kern="1200">
          <a:solidFill>
            <a:schemeClr val="tx1"/>
          </a:solidFill>
          <a:latin typeface="+mn-lt"/>
          <a:ea typeface="+mn-ea"/>
          <a:cs typeface="+mn-cs"/>
        </a:defRPr>
      </a:lvl1pPr>
      <a:lvl2pPr marL="365760" indent="-182880" algn="l" defTabSz="914400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548640" indent="-182880" algn="l" defTabSz="914400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731520" indent="-182880" algn="l" defTabSz="914400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indent="-182880" algn="l" defTabSz="914400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5pPr>
      <a:lvl6pPr marL="1097280" indent="-182880" algn="l" defTabSz="914400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1280160" indent="-182880" algn="l" defTabSz="914400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7pPr>
      <a:lvl8pPr marL="1463040" indent="-182880" algn="l" defTabSz="914400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8pPr>
      <a:lvl9pPr marL="1645920" indent="-182880" algn="l" defTabSz="914400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59">
          <p15:clr>
            <a:srgbClr val="F26B43"/>
          </p15:clr>
        </p15:guide>
        <p15:guide id="2" pos="345">
          <p15:clr>
            <a:srgbClr val="F26B43"/>
          </p15:clr>
        </p15:guide>
        <p15:guide id="3" pos="7335">
          <p15:clr>
            <a:srgbClr val="F26B43"/>
          </p15:clr>
        </p15:guide>
        <p15:guide id="4" orient="horz" pos="4061">
          <p15:clr>
            <a:srgbClr val="F26B43"/>
          </p15:clr>
        </p15:guide>
        <p15:guide id="6" pos="1018">
          <p15:clr>
            <a:srgbClr val="A4A3A4"/>
          </p15:clr>
        </p15:guide>
        <p15:guide id="7" pos="1248">
          <p15:clr>
            <a:srgbClr val="A4A3A4"/>
          </p15:clr>
        </p15:guide>
        <p15:guide id="8" pos="2148">
          <p15:clr>
            <a:srgbClr val="A4A3A4"/>
          </p15:clr>
        </p15:guide>
        <p15:guide id="9" pos="3052">
          <p15:clr>
            <a:srgbClr val="A4A3A4"/>
          </p15:clr>
        </p15:guide>
        <p15:guide id="10" pos="3954">
          <p15:clr>
            <a:srgbClr val="A4A3A4"/>
          </p15:clr>
        </p15:guide>
        <p15:guide id="11" pos="3724">
          <p15:clr>
            <a:srgbClr val="A4A3A4"/>
          </p15:clr>
        </p15:guide>
        <p15:guide id="12" pos="4858">
          <p15:clr>
            <a:srgbClr val="A4A3A4"/>
          </p15:clr>
        </p15:guide>
        <p15:guide id="13" pos="5784">
          <p15:clr>
            <a:srgbClr val="A4A3A4"/>
          </p15:clr>
        </p15:guide>
        <p15:guide id="14" pos="6660">
          <p15:clr>
            <a:srgbClr val="A4A3A4"/>
          </p15:clr>
        </p15:guide>
        <p15:guide id="15" pos="1920">
          <p15:clr>
            <a:srgbClr val="A4A3A4"/>
          </p15:clr>
        </p15:guide>
        <p15:guide id="16" pos="2822">
          <p15:clr>
            <a:srgbClr val="A4A3A4"/>
          </p15:clr>
        </p15:guide>
        <p15:guide id="17" pos="4626">
          <p15:clr>
            <a:srgbClr val="A4A3A4"/>
          </p15:clr>
        </p15:guide>
        <p15:guide id="18" pos="5530">
          <p15:clr>
            <a:srgbClr val="A4A3A4"/>
          </p15:clr>
        </p15:guide>
        <p15:guide id="19" pos="6434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9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2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5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27091F-047B-2674-0073-FA849E63A3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1140685"/>
            <a:ext cx="8231293" cy="914400"/>
          </a:xfrm>
        </p:spPr>
        <p:txBody>
          <a:bodyPr/>
          <a:lstStyle/>
          <a:p>
            <a:r>
              <a:rPr lang="en-US" sz="8000" dirty="0"/>
              <a:t>Python File IO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3A42EE6-F67F-D586-74AE-D61EB65841E3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548640" y="2256740"/>
            <a:ext cx="4942390" cy="1285111"/>
          </a:xfrm>
        </p:spPr>
        <p:txBody>
          <a:bodyPr/>
          <a:lstStyle/>
          <a:p>
            <a:pPr marL="0" indent="0">
              <a:buNone/>
            </a:pPr>
            <a:r>
              <a:rPr lang="en-US" sz="4000" dirty="0"/>
              <a:t>AI2C Tech Intro</a:t>
            </a:r>
          </a:p>
        </p:txBody>
      </p:sp>
    </p:spTree>
    <p:extLst>
      <p:ext uri="{BB962C8B-B14F-4D97-AF65-F5344CB8AC3E}">
        <p14:creationId xmlns:p14="http://schemas.microsoft.com/office/powerpoint/2010/main" val="14276675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EB4430-1F71-D899-34E4-0D4105CCE8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6FF94A-3BCA-070D-C682-367F5F0F327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Utilize the </a:t>
            </a:r>
            <a:r>
              <a:rPr lang="en-US" dirty="0" err="1"/>
              <a:t>os</a:t>
            </a:r>
            <a:r>
              <a:rPr lang="en-US" dirty="0"/>
              <a:t> and </a:t>
            </a:r>
            <a:r>
              <a:rPr lang="en-US" dirty="0" err="1"/>
              <a:t>pathlib.Path</a:t>
            </a:r>
            <a:r>
              <a:rPr lang="en-US" dirty="0"/>
              <a:t> modules to navigate a filesystem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Utilize standard python functions to manipulate files</a:t>
            </a:r>
          </a:p>
        </p:txBody>
      </p:sp>
    </p:spTree>
    <p:extLst>
      <p:ext uri="{BB962C8B-B14F-4D97-AF65-F5344CB8AC3E}">
        <p14:creationId xmlns:p14="http://schemas.microsoft.com/office/powerpoint/2010/main" val="36166420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8380A38-7BBE-1C5C-C72C-A2003F228DE0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91" b="791"/>
          <a:stretch/>
        </p:blipFill>
        <p:spPr>
          <a:xfrm>
            <a:off x="2798237" y="1076324"/>
            <a:ext cx="5365748" cy="5095875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4A7A857-5BCF-55F5-4639-94263C20FF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Python review</a:t>
            </a:r>
          </a:p>
        </p:txBody>
      </p:sp>
    </p:spTree>
    <p:extLst>
      <p:ext uri="{BB962C8B-B14F-4D97-AF65-F5344CB8AC3E}">
        <p14:creationId xmlns:p14="http://schemas.microsoft.com/office/powerpoint/2010/main" val="1111176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09D6BAA-9655-19E9-C6CF-82D4EC658E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OS module</a:t>
            </a:r>
          </a:p>
        </p:txBody>
      </p:sp>
      <p:graphicFrame>
        <p:nvGraphicFramePr>
          <p:cNvPr id="17" name="Content Placeholder 16">
            <a:extLst>
              <a:ext uri="{FF2B5EF4-FFF2-40B4-BE49-F238E27FC236}">
                <a16:creationId xmlns:a16="http://schemas.microsoft.com/office/drawing/2014/main" id="{5CFA2AD0-1BB5-EEFB-327F-F27305A2F390}"/>
              </a:ext>
            </a:extLst>
          </p:cNvPr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4271854129"/>
              </p:ext>
            </p:extLst>
          </p:nvPr>
        </p:nvGraphicFramePr>
        <p:xfrm>
          <a:off x="1112870" y="2173288"/>
          <a:ext cx="10515600" cy="3505200"/>
        </p:xfrm>
        <a:graphic>
          <a:graphicData uri="http://schemas.openxmlformats.org/drawingml/2006/table">
            <a:tbl>
              <a:tblPr/>
              <a:tblGrid>
                <a:gridCol w="2686497">
                  <a:extLst>
                    <a:ext uri="{9D8B030D-6E8A-4147-A177-3AD203B41FA5}">
                      <a16:colId xmlns:a16="http://schemas.microsoft.com/office/drawing/2014/main" val="1648361101"/>
                    </a:ext>
                  </a:extLst>
                </a:gridCol>
                <a:gridCol w="7829103">
                  <a:extLst>
                    <a:ext uri="{9D8B030D-6E8A-4147-A177-3AD203B41FA5}">
                      <a16:colId xmlns:a16="http://schemas.microsoft.com/office/drawing/2014/main" val="69754742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Python Function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Description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69040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 err="1">
                          <a:solidFill>
                            <a:schemeClr val="tx2"/>
                          </a:solidFill>
                          <a:latin typeface="Consolas" panose="020B0609020204030204" pitchFamily="49" charset="0"/>
                          <a:cs typeface="Courier New" panose="02070309020205020404" pitchFamily="49" charset="0"/>
                        </a:rPr>
                        <a:t>os.getcwd</a:t>
                      </a:r>
                      <a:r>
                        <a:rPr lang="en-US" b="1" dirty="0">
                          <a:solidFill>
                            <a:schemeClr val="tx2"/>
                          </a:solidFill>
                          <a:latin typeface="Consolas" panose="020B0609020204030204" pitchFamily="49" charset="0"/>
                          <a:cs typeface="Courier New" panose="02070309020205020404" pitchFamily="49" charset="0"/>
                        </a:rPr>
                        <a:t>()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Returns the current working directory.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7448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 err="1">
                          <a:solidFill>
                            <a:schemeClr val="tx2"/>
                          </a:solidFill>
                          <a:latin typeface="Consolas" panose="020B0609020204030204" pitchFamily="49" charset="0"/>
                          <a:cs typeface="Courier New" panose="02070309020205020404" pitchFamily="49" charset="0"/>
                        </a:rPr>
                        <a:t>os.chdir</a:t>
                      </a:r>
                      <a:r>
                        <a:rPr lang="en-US" b="1" dirty="0">
                          <a:solidFill>
                            <a:schemeClr val="tx2"/>
                          </a:solidFill>
                          <a:latin typeface="Consolas" panose="020B0609020204030204" pitchFamily="49" charset="0"/>
                          <a:cs typeface="Courier New" panose="02070309020205020404" pitchFamily="49" charset="0"/>
                        </a:rPr>
                        <a:t>(path)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Changes the current working directory.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34080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 err="1">
                          <a:solidFill>
                            <a:schemeClr val="tx2"/>
                          </a:solidFill>
                          <a:latin typeface="Consolas" panose="020B0609020204030204" pitchFamily="49" charset="0"/>
                          <a:cs typeface="Courier New" panose="02070309020205020404" pitchFamily="49" charset="0"/>
                        </a:rPr>
                        <a:t>os.listdir</a:t>
                      </a:r>
                      <a:r>
                        <a:rPr lang="en-US" b="1" dirty="0">
                          <a:solidFill>
                            <a:schemeClr val="tx2"/>
                          </a:solidFill>
                          <a:latin typeface="Consolas" panose="020B0609020204030204" pitchFamily="49" charset="0"/>
                          <a:cs typeface="Courier New" panose="02070309020205020404" pitchFamily="49" charset="0"/>
                        </a:rPr>
                        <a:t>(path='.')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Lists files and directories in the given path.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71880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 err="1">
                          <a:solidFill>
                            <a:schemeClr val="tx2"/>
                          </a:solidFill>
                          <a:latin typeface="Consolas" panose="020B0609020204030204" pitchFamily="49" charset="0"/>
                          <a:cs typeface="Courier New" panose="02070309020205020404" pitchFamily="49" charset="0"/>
                        </a:rPr>
                        <a:t>os.mkdir</a:t>
                      </a:r>
                      <a:r>
                        <a:rPr lang="en-US" b="1" dirty="0">
                          <a:solidFill>
                            <a:schemeClr val="tx2"/>
                          </a:solidFill>
                          <a:latin typeface="Consolas" panose="020B0609020204030204" pitchFamily="49" charset="0"/>
                          <a:cs typeface="Courier New" panose="02070309020205020404" pitchFamily="49" charset="0"/>
                        </a:rPr>
                        <a:t>(path)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Creates a single directory.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39455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 err="1">
                          <a:solidFill>
                            <a:schemeClr val="tx2"/>
                          </a:solidFill>
                          <a:latin typeface="Consolas" panose="020B0609020204030204" pitchFamily="49" charset="0"/>
                          <a:cs typeface="Courier New" panose="02070309020205020404" pitchFamily="49" charset="0"/>
                        </a:rPr>
                        <a:t>os.makedirs</a:t>
                      </a:r>
                      <a:r>
                        <a:rPr lang="en-US" b="1" dirty="0">
                          <a:solidFill>
                            <a:schemeClr val="tx2"/>
                          </a:solidFill>
                          <a:latin typeface="Consolas" panose="020B0609020204030204" pitchFamily="49" charset="0"/>
                          <a:cs typeface="Courier New" panose="02070309020205020404" pitchFamily="49" charset="0"/>
                        </a:rPr>
                        <a:t>(path)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Creates nested directories recursively.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44477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 err="1">
                          <a:solidFill>
                            <a:schemeClr val="tx2"/>
                          </a:solidFill>
                          <a:latin typeface="Consolas" panose="020B0609020204030204" pitchFamily="49" charset="0"/>
                          <a:cs typeface="Courier New" panose="02070309020205020404" pitchFamily="49" charset="0"/>
                        </a:rPr>
                        <a:t>os.remove</a:t>
                      </a:r>
                      <a:r>
                        <a:rPr lang="en-US" b="1" dirty="0">
                          <a:solidFill>
                            <a:schemeClr val="tx2"/>
                          </a:solidFill>
                          <a:latin typeface="Consolas" panose="020B0609020204030204" pitchFamily="49" charset="0"/>
                          <a:cs typeface="Courier New" panose="02070309020205020404" pitchFamily="49" charset="0"/>
                        </a:rPr>
                        <a:t>(path)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Deletes a file.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65391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 err="1">
                          <a:solidFill>
                            <a:schemeClr val="tx2"/>
                          </a:solidFill>
                          <a:latin typeface="Consolas" panose="020B0609020204030204" pitchFamily="49" charset="0"/>
                          <a:cs typeface="Courier New" panose="02070309020205020404" pitchFamily="49" charset="0"/>
                        </a:rPr>
                        <a:t>os.rmdir</a:t>
                      </a:r>
                      <a:r>
                        <a:rPr lang="en-US" b="1" dirty="0">
                          <a:solidFill>
                            <a:schemeClr val="tx2"/>
                          </a:solidFill>
                          <a:latin typeface="Consolas" panose="020B0609020204030204" pitchFamily="49" charset="0"/>
                          <a:cs typeface="Courier New" panose="02070309020205020404" pitchFamily="49" charset="0"/>
                        </a:rPr>
                        <a:t>(path)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Removes a directory (must be empty).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66734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 err="1">
                          <a:solidFill>
                            <a:schemeClr val="tx2"/>
                          </a:solidFill>
                          <a:latin typeface="Consolas" panose="020B0609020204030204" pitchFamily="49" charset="0"/>
                          <a:cs typeface="Courier New" panose="02070309020205020404" pitchFamily="49" charset="0"/>
                        </a:rPr>
                        <a:t>os.rename</a:t>
                      </a:r>
                      <a:r>
                        <a:rPr lang="en-US" b="1" dirty="0">
                          <a:solidFill>
                            <a:schemeClr val="tx2"/>
                          </a:solidFill>
                          <a:latin typeface="Consolas" panose="020B0609020204030204" pitchFamily="49" charset="0"/>
                          <a:cs typeface="Courier New" panose="02070309020205020404" pitchFamily="49" charset="0"/>
                        </a:rPr>
                        <a:t>(</a:t>
                      </a:r>
                      <a:r>
                        <a:rPr lang="en-US" b="1" dirty="0" err="1">
                          <a:solidFill>
                            <a:schemeClr val="tx2"/>
                          </a:solidFill>
                          <a:latin typeface="Consolas" panose="020B0609020204030204" pitchFamily="49" charset="0"/>
                          <a:cs typeface="Courier New" panose="02070309020205020404" pitchFamily="49" charset="0"/>
                        </a:rPr>
                        <a:t>src</a:t>
                      </a:r>
                      <a:r>
                        <a:rPr lang="en-US" b="1" dirty="0">
                          <a:solidFill>
                            <a:schemeClr val="tx2"/>
                          </a:solidFill>
                          <a:latin typeface="Consolas" panose="020B0609020204030204" pitchFamily="49" charset="0"/>
                          <a:cs typeface="Courier New" panose="02070309020205020404" pitchFamily="49" charset="0"/>
                        </a:rPr>
                        <a:t>, </a:t>
                      </a:r>
                      <a:r>
                        <a:rPr lang="en-US" b="1" dirty="0" err="1">
                          <a:solidFill>
                            <a:schemeClr val="tx2"/>
                          </a:solidFill>
                          <a:latin typeface="Consolas" panose="020B0609020204030204" pitchFamily="49" charset="0"/>
                          <a:cs typeface="Courier New" panose="02070309020205020404" pitchFamily="49" charset="0"/>
                        </a:rPr>
                        <a:t>dst</a:t>
                      </a:r>
                      <a:r>
                        <a:rPr lang="en-US" b="1" dirty="0">
                          <a:solidFill>
                            <a:schemeClr val="tx2"/>
                          </a:solidFill>
                          <a:latin typeface="Consolas" panose="020B0609020204030204" pitchFamily="49" charset="0"/>
                          <a:cs typeface="Courier New" panose="02070309020205020404" pitchFamily="49" charset="0"/>
                        </a:rPr>
                        <a:t>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Renames or moves a file or directory.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971737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 err="1">
                          <a:solidFill>
                            <a:schemeClr val="tx2"/>
                          </a:solidFill>
                          <a:latin typeface="Consolas" panose="020B0609020204030204" pitchFamily="49" charset="0"/>
                          <a:cs typeface="Courier New" panose="02070309020205020404" pitchFamily="49" charset="0"/>
                        </a:rPr>
                        <a:t>os.stat</a:t>
                      </a:r>
                      <a:r>
                        <a:rPr lang="en-US" b="1" dirty="0">
                          <a:solidFill>
                            <a:schemeClr val="tx2"/>
                          </a:solidFill>
                          <a:latin typeface="Consolas" panose="020B0609020204030204" pitchFamily="49" charset="0"/>
                          <a:cs typeface="Courier New" panose="02070309020205020404" pitchFamily="49" charset="0"/>
                        </a:rPr>
                        <a:t>(path)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Returns info about a file (like size, modified time).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62125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475543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F72CA-F00B-B9C0-3905-1071A14C14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Look familiar?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96D637A-E869-9722-DE6A-4578A35F3330}"/>
              </a:ext>
            </a:extLst>
          </p:cNvPr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3995929412"/>
              </p:ext>
            </p:extLst>
          </p:nvPr>
        </p:nvGraphicFramePr>
        <p:xfrm>
          <a:off x="1488558" y="2173288"/>
          <a:ext cx="10132826" cy="3505200"/>
        </p:xfrm>
        <a:graphic>
          <a:graphicData uri="http://schemas.openxmlformats.org/drawingml/2006/table">
            <a:tbl>
              <a:tblPr/>
              <a:tblGrid>
                <a:gridCol w="3122426">
                  <a:extLst>
                    <a:ext uri="{9D8B030D-6E8A-4147-A177-3AD203B41FA5}">
                      <a16:colId xmlns:a16="http://schemas.microsoft.com/office/drawing/2014/main" val="3500306056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131658808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72108886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Python Function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Description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Linux Command Equivalent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58294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 err="1">
                          <a:solidFill>
                            <a:schemeClr val="tx2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os.getcwd</a:t>
                      </a:r>
                      <a:r>
                        <a:rPr lang="en-US" b="1" dirty="0">
                          <a:solidFill>
                            <a:schemeClr val="tx2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Get current working directory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 err="1">
                          <a:solidFill>
                            <a:schemeClr val="tx2"/>
                          </a:solidFill>
                          <a:latin typeface="Consolas" panose="020B0609020204030204" pitchFamily="49" charset="0"/>
                          <a:cs typeface="Courier New" panose="02070309020205020404" pitchFamily="49" charset="0"/>
                        </a:rPr>
                        <a:t>pwd</a:t>
                      </a:r>
                      <a:endParaRPr lang="en-US" b="1" dirty="0">
                        <a:solidFill>
                          <a:schemeClr val="tx2"/>
                        </a:solidFill>
                        <a:latin typeface="Consolas" panose="020B06090202040302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77873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 err="1">
                          <a:solidFill>
                            <a:schemeClr val="tx2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os.chdir</a:t>
                      </a:r>
                      <a:r>
                        <a:rPr lang="en-US" b="1" dirty="0">
                          <a:solidFill>
                            <a:schemeClr val="tx2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(path)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Change current directory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solidFill>
                            <a:schemeClr val="tx2"/>
                          </a:solidFill>
                          <a:latin typeface="Consolas" panose="020B0609020204030204" pitchFamily="49" charset="0"/>
                          <a:cs typeface="Courier New" panose="02070309020205020404" pitchFamily="49" charset="0"/>
                        </a:rPr>
                        <a:t>cd path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96807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 err="1">
                          <a:solidFill>
                            <a:schemeClr val="tx2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os.listdir</a:t>
                      </a:r>
                      <a:r>
                        <a:rPr lang="en-US" b="1" dirty="0">
                          <a:solidFill>
                            <a:schemeClr val="tx2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(path='.')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List files and directories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solidFill>
                            <a:schemeClr val="tx2"/>
                          </a:solidFill>
                          <a:latin typeface="Consolas" panose="020B0609020204030204" pitchFamily="49" charset="0"/>
                          <a:cs typeface="Courier New" panose="02070309020205020404" pitchFamily="49" charset="0"/>
                        </a:rPr>
                        <a:t>ls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33257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 err="1">
                          <a:solidFill>
                            <a:schemeClr val="tx2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os.mkdir</a:t>
                      </a:r>
                      <a:r>
                        <a:rPr lang="en-US" b="1" dirty="0">
                          <a:solidFill>
                            <a:schemeClr val="tx2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(path)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Create a directory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 err="1">
                          <a:solidFill>
                            <a:schemeClr val="tx2"/>
                          </a:solidFill>
                          <a:latin typeface="Consolas" panose="020B0609020204030204" pitchFamily="49" charset="0"/>
                          <a:cs typeface="Courier New" panose="02070309020205020404" pitchFamily="49" charset="0"/>
                        </a:rPr>
                        <a:t>mkdir</a:t>
                      </a:r>
                      <a:r>
                        <a:rPr lang="en-US" b="1" dirty="0">
                          <a:solidFill>
                            <a:schemeClr val="tx2"/>
                          </a:solidFill>
                          <a:latin typeface="Consolas" panose="020B0609020204030204" pitchFamily="49" charset="0"/>
                          <a:cs typeface="Courier New" panose="02070309020205020404" pitchFamily="49" charset="0"/>
                        </a:rPr>
                        <a:t> path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70778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 err="1">
                          <a:solidFill>
                            <a:schemeClr val="tx2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os.makedirs</a:t>
                      </a:r>
                      <a:r>
                        <a:rPr lang="en-US" b="1" dirty="0">
                          <a:solidFill>
                            <a:schemeClr val="tx2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(path)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Create nested directories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 err="1">
                          <a:solidFill>
                            <a:schemeClr val="tx2"/>
                          </a:solidFill>
                          <a:latin typeface="Consolas" panose="020B0609020204030204" pitchFamily="49" charset="0"/>
                          <a:cs typeface="Courier New" panose="02070309020205020404" pitchFamily="49" charset="0"/>
                        </a:rPr>
                        <a:t>mkdir</a:t>
                      </a:r>
                      <a:r>
                        <a:rPr lang="en-US" b="1" dirty="0">
                          <a:solidFill>
                            <a:schemeClr val="tx2"/>
                          </a:solidFill>
                          <a:latin typeface="Consolas" panose="020B0609020204030204" pitchFamily="49" charset="0"/>
                          <a:cs typeface="Courier New" panose="02070309020205020404" pitchFamily="49" charset="0"/>
                        </a:rPr>
                        <a:t> -p path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28138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 err="1">
                          <a:solidFill>
                            <a:schemeClr val="tx2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os.remove</a:t>
                      </a:r>
                      <a:r>
                        <a:rPr lang="en-US" b="1" dirty="0">
                          <a:solidFill>
                            <a:schemeClr val="tx2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(path)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Delete a file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solidFill>
                            <a:schemeClr val="tx2"/>
                          </a:solidFill>
                          <a:latin typeface="Consolas" panose="020B0609020204030204" pitchFamily="49" charset="0"/>
                          <a:cs typeface="Courier New" panose="02070309020205020404" pitchFamily="49" charset="0"/>
                        </a:rPr>
                        <a:t>rm path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8239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 err="1">
                          <a:solidFill>
                            <a:schemeClr val="tx2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os.rmdir</a:t>
                      </a:r>
                      <a:r>
                        <a:rPr lang="en-US" b="1" dirty="0">
                          <a:solidFill>
                            <a:schemeClr val="tx2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(path)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Remove empty directory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 err="1">
                          <a:solidFill>
                            <a:schemeClr val="tx2"/>
                          </a:solidFill>
                          <a:latin typeface="Consolas" panose="020B0609020204030204" pitchFamily="49" charset="0"/>
                          <a:cs typeface="Courier New" panose="02070309020205020404" pitchFamily="49" charset="0"/>
                        </a:rPr>
                        <a:t>rmdir</a:t>
                      </a:r>
                      <a:r>
                        <a:rPr lang="en-US" b="1" dirty="0">
                          <a:solidFill>
                            <a:schemeClr val="tx2"/>
                          </a:solidFill>
                          <a:latin typeface="Consolas" panose="020B0609020204030204" pitchFamily="49" charset="0"/>
                          <a:cs typeface="Courier New" panose="02070309020205020404" pitchFamily="49" charset="0"/>
                        </a:rPr>
                        <a:t> path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455732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 err="1">
                          <a:solidFill>
                            <a:schemeClr val="tx2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os.rename</a:t>
                      </a:r>
                      <a:r>
                        <a:rPr lang="en-US" b="1" dirty="0">
                          <a:solidFill>
                            <a:schemeClr val="tx2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</a:t>
                      </a:r>
                      <a:r>
                        <a:rPr lang="en-US" b="1" dirty="0" err="1">
                          <a:solidFill>
                            <a:schemeClr val="tx2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src</a:t>
                      </a:r>
                      <a:r>
                        <a:rPr lang="en-US" b="1" dirty="0">
                          <a:solidFill>
                            <a:schemeClr val="tx2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</a:t>
                      </a:r>
                      <a:r>
                        <a:rPr lang="en-US" b="1" dirty="0" err="1">
                          <a:solidFill>
                            <a:schemeClr val="tx2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dst</a:t>
                      </a:r>
                      <a:r>
                        <a:rPr lang="en-US" b="1" dirty="0">
                          <a:solidFill>
                            <a:schemeClr val="tx2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Rename or move file/directory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solidFill>
                            <a:schemeClr val="tx2"/>
                          </a:solidFill>
                          <a:latin typeface="Consolas" panose="020B0609020204030204" pitchFamily="49" charset="0"/>
                          <a:cs typeface="Courier New" panose="02070309020205020404" pitchFamily="49" charset="0"/>
                        </a:rPr>
                        <a:t>mv </a:t>
                      </a:r>
                      <a:r>
                        <a:rPr lang="en-US" b="1" dirty="0" err="1">
                          <a:solidFill>
                            <a:schemeClr val="tx2"/>
                          </a:solidFill>
                          <a:latin typeface="Consolas" panose="020B0609020204030204" pitchFamily="49" charset="0"/>
                          <a:cs typeface="Courier New" panose="02070309020205020404" pitchFamily="49" charset="0"/>
                        </a:rPr>
                        <a:t>src</a:t>
                      </a:r>
                      <a:r>
                        <a:rPr lang="en-US" b="1" dirty="0">
                          <a:solidFill>
                            <a:schemeClr val="tx2"/>
                          </a:solidFill>
                          <a:latin typeface="Consolas" panose="020B06090202040302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b="1" dirty="0" err="1">
                          <a:solidFill>
                            <a:schemeClr val="tx2"/>
                          </a:solidFill>
                          <a:latin typeface="Consolas" panose="020B0609020204030204" pitchFamily="49" charset="0"/>
                          <a:cs typeface="Courier New" panose="02070309020205020404" pitchFamily="49" charset="0"/>
                        </a:rPr>
                        <a:t>dst</a:t>
                      </a:r>
                      <a:endParaRPr lang="en-US" b="1" dirty="0">
                        <a:solidFill>
                          <a:schemeClr val="tx2"/>
                        </a:solidFill>
                        <a:latin typeface="Consolas" panose="020B06090202040302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31276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 err="1">
                          <a:solidFill>
                            <a:schemeClr val="tx2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os.stat</a:t>
                      </a:r>
                      <a:r>
                        <a:rPr lang="en-US" b="1" dirty="0">
                          <a:solidFill>
                            <a:schemeClr val="tx2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(path)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Get file/directory status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solidFill>
                            <a:schemeClr val="tx2"/>
                          </a:solidFill>
                          <a:latin typeface="Consolas" panose="020B0609020204030204" pitchFamily="49" charset="0"/>
                          <a:cs typeface="Courier New" panose="02070309020205020404" pitchFamily="49" charset="0"/>
                        </a:rPr>
                        <a:t>stat path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89051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120305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43C8FF-9D57-C917-5486-9DF6A2A131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pathlib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09AD616-EE6D-DF96-D83C-F260A3A188BF}"/>
              </a:ext>
            </a:extLst>
          </p:cNvPr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4124831708"/>
              </p:ext>
            </p:extLst>
          </p:nvPr>
        </p:nvGraphicFramePr>
        <p:xfrm>
          <a:off x="569843" y="2117311"/>
          <a:ext cx="10515600" cy="3413760"/>
        </p:xfrm>
        <a:graphic>
          <a:graphicData uri="http://schemas.openxmlformats.org/drawingml/2006/table">
            <a:tbl>
              <a:tblPr/>
              <a:tblGrid>
                <a:gridCol w="3213632">
                  <a:extLst>
                    <a:ext uri="{9D8B030D-6E8A-4147-A177-3AD203B41FA5}">
                      <a16:colId xmlns:a16="http://schemas.microsoft.com/office/drawing/2014/main" val="1408973611"/>
                    </a:ext>
                  </a:extLst>
                </a:gridCol>
                <a:gridCol w="7301968">
                  <a:extLst>
                    <a:ext uri="{9D8B030D-6E8A-4147-A177-3AD203B41FA5}">
                      <a16:colId xmlns:a16="http://schemas.microsoft.com/office/drawing/2014/main" val="34748513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Operation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Example Code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67991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 dirty="0"/>
                        <a:t>Create / Join Path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solidFill>
                            <a:schemeClr val="tx2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Path('folder') / 'file.txt'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71660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 dirty="0"/>
                        <a:t>Check Existence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 err="1">
                          <a:solidFill>
                            <a:schemeClr val="tx2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p.exists</a:t>
                      </a:r>
                      <a:r>
                        <a:rPr lang="en-US" b="1" dirty="0">
                          <a:solidFill>
                            <a:schemeClr val="tx2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(), </a:t>
                      </a:r>
                      <a:r>
                        <a:rPr lang="en-US" b="1" dirty="0" err="1">
                          <a:solidFill>
                            <a:schemeClr val="tx2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p.is_file</a:t>
                      </a:r>
                      <a:r>
                        <a:rPr lang="en-US" b="1" dirty="0">
                          <a:solidFill>
                            <a:schemeClr val="tx2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(), </a:t>
                      </a:r>
                      <a:r>
                        <a:rPr lang="en-US" b="1" dirty="0" err="1">
                          <a:solidFill>
                            <a:schemeClr val="tx2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p.is_dir</a:t>
                      </a:r>
                      <a:r>
                        <a:rPr lang="en-US" b="1" dirty="0">
                          <a:solidFill>
                            <a:schemeClr val="tx2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32007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/>
                        <a:t>Read / Write File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 err="1">
                          <a:solidFill>
                            <a:schemeClr val="tx2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p.read_text</a:t>
                      </a:r>
                      <a:r>
                        <a:rPr lang="en-US" b="1" dirty="0">
                          <a:solidFill>
                            <a:schemeClr val="tx2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(), </a:t>
                      </a:r>
                      <a:r>
                        <a:rPr lang="en-US" b="1" dirty="0" err="1">
                          <a:solidFill>
                            <a:schemeClr val="tx2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p.write_text</a:t>
                      </a:r>
                      <a:r>
                        <a:rPr lang="en-US" b="1" dirty="0">
                          <a:solidFill>
                            <a:schemeClr val="tx2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('Hello')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97978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 dirty="0"/>
                        <a:t>Create Directory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 err="1">
                          <a:solidFill>
                            <a:schemeClr val="tx2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p.mkdir</a:t>
                      </a:r>
                      <a:r>
                        <a:rPr lang="en-US" b="1" dirty="0">
                          <a:solidFill>
                            <a:schemeClr val="tx2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</a:t>
                      </a:r>
                      <a:r>
                        <a:rPr lang="en-US" b="1" dirty="0" err="1">
                          <a:solidFill>
                            <a:schemeClr val="tx2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exist_ok</a:t>
                      </a:r>
                      <a:r>
                        <a:rPr lang="en-US" b="1" dirty="0">
                          <a:solidFill>
                            <a:schemeClr val="tx2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=True)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68484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 dirty="0"/>
                        <a:t>List Contents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solidFill>
                            <a:schemeClr val="tx2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for f in Path('.').</a:t>
                      </a:r>
                      <a:r>
                        <a:rPr lang="en-US" b="1" dirty="0" err="1">
                          <a:solidFill>
                            <a:schemeClr val="tx2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iterdir</a:t>
                      </a:r>
                      <a:r>
                        <a:rPr lang="en-US" b="1" dirty="0">
                          <a:solidFill>
                            <a:schemeClr val="tx2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():</a:t>
                      </a:r>
                      <a:br>
                        <a:rPr lang="en-US" b="1" dirty="0">
                          <a:solidFill>
                            <a:schemeClr val="tx2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</a:br>
                      <a:r>
                        <a:rPr lang="en-US" b="1" dirty="0">
                          <a:solidFill>
                            <a:schemeClr val="tx2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print(f)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01031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 dirty="0"/>
                        <a:t>Search Files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solidFill>
                            <a:schemeClr val="tx2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Path('logs').glob('*.txt')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25296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 dirty="0"/>
                        <a:t>Remove File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 err="1">
                          <a:solidFill>
                            <a:schemeClr val="tx2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p.unlink</a:t>
                      </a:r>
                      <a:r>
                        <a:rPr lang="en-US" b="1" dirty="0">
                          <a:solidFill>
                            <a:schemeClr val="tx2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00217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 dirty="0"/>
                        <a:t>Get File Info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 err="1">
                          <a:solidFill>
                            <a:schemeClr val="tx2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p.stat</a:t>
                      </a:r>
                      <a:r>
                        <a:rPr lang="en-US" b="1" dirty="0">
                          <a:solidFill>
                            <a:schemeClr val="tx2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().</a:t>
                      </a:r>
                      <a:r>
                        <a:rPr lang="en-US" b="1" dirty="0" err="1">
                          <a:solidFill>
                            <a:schemeClr val="tx2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st_size</a:t>
                      </a:r>
                      <a:r>
                        <a:rPr lang="en-US" b="1" dirty="0">
                          <a:solidFill>
                            <a:schemeClr val="tx2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</a:t>
                      </a:r>
                      <a:r>
                        <a:rPr lang="en-US" b="1" dirty="0" err="1">
                          <a:solidFill>
                            <a:schemeClr val="tx2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p.stat</a:t>
                      </a:r>
                      <a:r>
                        <a:rPr lang="en-US" b="1" dirty="0">
                          <a:solidFill>
                            <a:schemeClr val="tx2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().</a:t>
                      </a:r>
                      <a:r>
                        <a:rPr lang="en-US" b="1" dirty="0" err="1">
                          <a:solidFill>
                            <a:schemeClr val="tx2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st_mtime</a:t>
                      </a:r>
                      <a:endParaRPr lang="en-US" b="1" dirty="0">
                        <a:solidFill>
                          <a:schemeClr val="tx2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1360997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0D2F5D29-5829-7D46-48F0-1383B37B0E8D}"/>
              </a:ext>
            </a:extLst>
          </p:cNvPr>
          <p:cNvSpPr txBox="1"/>
          <p:nvPr/>
        </p:nvSpPr>
        <p:spPr>
          <a:xfrm>
            <a:off x="464489" y="867350"/>
            <a:ext cx="747091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An object-oriented* focused path library</a:t>
            </a:r>
          </a:p>
          <a:p>
            <a:br>
              <a:rPr lang="en-US" dirty="0">
                <a:solidFill>
                  <a:schemeClr val="tx2"/>
                </a:solidFill>
                <a:latin typeface="Consolas" panose="020B0609020204030204" pitchFamily="49" charset="0"/>
              </a:rPr>
            </a:br>
            <a:r>
              <a:rPr lang="en-US" dirty="0">
                <a:solidFill>
                  <a:schemeClr val="tx2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from </a:t>
            </a:r>
            <a:r>
              <a:rPr lang="en-US" dirty="0" err="1">
                <a:solidFill>
                  <a:schemeClr val="tx2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pathlib</a:t>
            </a:r>
            <a:r>
              <a:rPr lang="en-US" dirty="0">
                <a:solidFill>
                  <a:schemeClr val="tx2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import Path</a:t>
            </a:r>
          </a:p>
        </p:txBody>
      </p:sp>
    </p:spTree>
    <p:extLst>
      <p:ext uri="{BB962C8B-B14F-4D97-AF65-F5344CB8AC3E}">
        <p14:creationId xmlns:p14="http://schemas.microsoft.com/office/powerpoint/2010/main" val="32723505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A0A79DFE-CA6D-199F-1D8F-0A25E480F3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Hands-On #1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C8DBF7A-ABA5-7245-19D0-84C717D3096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Navigating file structures with python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84369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69CDD8-6080-6002-43DF-A45AE5E3FD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Manipulating files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48EDCE-F294-B711-19E1-CC0FFC24F34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242163BC-A88E-CDCA-639D-5B3C8DC3E870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/>
          <a:stretch>
            <a:fillRect/>
          </a:stretch>
        </p:blipFill>
        <p:spPr>
          <a:xfrm>
            <a:off x="0" y="1108957"/>
            <a:ext cx="7466275" cy="5058481"/>
          </a:xfrm>
        </p:spPr>
      </p:pic>
    </p:spTree>
    <p:extLst>
      <p:ext uri="{BB962C8B-B14F-4D97-AF65-F5344CB8AC3E}">
        <p14:creationId xmlns:p14="http://schemas.microsoft.com/office/powerpoint/2010/main" val="28623475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E909A96-B147-C0B7-6931-24BF305672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 Actions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1388E7BE-1112-2D62-6248-B7586DC811DD}"/>
              </a:ext>
            </a:extLst>
          </p:cNvPr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3099997113"/>
              </p:ext>
            </p:extLst>
          </p:nvPr>
        </p:nvGraphicFramePr>
        <p:xfrm>
          <a:off x="2250219" y="1529317"/>
          <a:ext cx="6762941" cy="4355832"/>
        </p:xfrm>
        <a:graphic>
          <a:graphicData uri="http://schemas.openxmlformats.org/drawingml/2006/table">
            <a:tbl>
              <a:tblPr/>
              <a:tblGrid>
                <a:gridCol w="2631882">
                  <a:extLst>
                    <a:ext uri="{9D8B030D-6E8A-4147-A177-3AD203B41FA5}">
                      <a16:colId xmlns:a16="http://schemas.microsoft.com/office/drawing/2014/main" val="3937651176"/>
                    </a:ext>
                  </a:extLst>
                </a:gridCol>
                <a:gridCol w="4131059">
                  <a:extLst>
                    <a:ext uri="{9D8B030D-6E8A-4147-A177-3AD203B41FA5}">
                      <a16:colId xmlns:a16="http://schemas.microsoft.com/office/drawing/2014/main" val="2019659395"/>
                    </a:ext>
                  </a:extLst>
                </a:gridCol>
              </a:tblGrid>
              <a:tr h="3347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/>
                        <a:t>Operation</a:t>
                      </a:r>
                    </a:p>
                  </a:txBody>
                  <a:tcPr marL="54069" marR="54069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/>
                        <a:t>Description</a:t>
                      </a:r>
                    </a:p>
                  </a:txBody>
                  <a:tcPr marL="54069" marR="54069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8546582"/>
                  </a:ext>
                </a:extLst>
              </a:tr>
              <a:tr h="5857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solidFill>
                            <a:schemeClr val="tx2"/>
                          </a:solidFill>
                          <a:latin typeface="Consolas" panose="020B0609020204030204" pitchFamily="49" charset="0"/>
                          <a:cs typeface="Courier New" panose="02070309020205020404" pitchFamily="49" charset="0"/>
                        </a:rPr>
                        <a:t>with open('file.txt', 'r') as f:</a:t>
                      </a:r>
                      <a:br>
                        <a:rPr lang="en-US" sz="1600" dirty="0">
                          <a:solidFill>
                            <a:schemeClr val="tx2"/>
                          </a:solidFill>
                          <a:latin typeface="Consolas" panose="020B0609020204030204" pitchFamily="49" charset="0"/>
                          <a:cs typeface="Courier New" panose="02070309020205020404" pitchFamily="49" charset="0"/>
                        </a:rPr>
                      </a:br>
                      <a:r>
                        <a:rPr lang="en-US" sz="1600" dirty="0">
                          <a:solidFill>
                            <a:schemeClr val="tx2"/>
                          </a:solidFill>
                          <a:latin typeface="Consolas" panose="020B0609020204030204" pitchFamily="49" charset="0"/>
                          <a:cs typeface="Courier New" panose="02070309020205020404" pitchFamily="49" charset="0"/>
                        </a:rPr>
                        <a:t>  pass</a:t>
                      </a:r>
                    </a:p>
                  </a:txBody>
                  <a:tcPr marL="54069" marR="54069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Prepare a file for reading</a:t>
                      </a:r>
                    </a:p>
                  </a:txBody>
                  <a:tcPr marL="54069" marR="54069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6975046"/>
                  </a:ext>
                </a:extLst>
              </a:tr>
              <a:tr h="3347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 err="1">
                          <a:solidFill>
                            <a:schemeClr val="tx2"/>
                          </a:solidFill>
                          <a:latin typeface="Consolas" panose="020B0609020204030204" pitchFamily="49" charset="0"/>
                          <a:cs typeface="Courier New" panose="02070309020205020404" pitchFamily="49" charset="0"/>
                        </a:rPr>
                        <a:t>f.read</a:t>
                      </a:r>
                      <a:r>
                        <a:rPr lang="en-US" sz="1600" dirty="0">
                          <a:solidFill>
                            <a:schemeClr val="tx2"/>
                          </a:solidFill>
                          <a:latin typeface="Consolas" panose="020B0609020204030204" pitchFamily="49" charset="0"/>
                          <a:cs typeface="Courier New" panose="02070309020205020404" pitchFamily="49" charset="0"/>
                        </a:rPr>
                        <a:t>()</a:t>
                      </a:r>
                    </a:p>
                  </a:txBody>
                  <a:tcPr marL="54069" marR="54069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Read entire file as a string</a:t>
                      </a:r>
                    </a:p>
                  </a:txBody>
                  <a:tcPr marL="54069" marR="54069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9915918"/>
                  </a:ext>
                </a:extLst>
              </a:tr>
              <a:tr h="3347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 err="1">
                          <a:solidFill>
                            <a:schemeClr val="tx2"/>
                          </a:solidFill>
                          <a:latin typeface="Consolas" panose="020B0609020204030204" pitchFamily="49" charset="0"/>
                          <a:cs typeface="Courier New" panose="02070309020205020404" pitchFamily="49" charset="0"/>
                        </a:rPr>
                        <a:t>f.readlines</a:t>
                      </a:r>
                      <a:r>
                        <a:rPr lang="en-US" sz="1600" dirty="0">
                          <a:solidFill>
                            <a:schemeClr val="tx2"/>
                          </a:solidFill>
                          <a:latin typeface="Consolas" panose="020B0609020204030204" pitchFamily="49" charset="0"/>
                          <a:cs typeface="Courier New" panose="02070309020205020404" pitchFamily="49" charset="0"/>
                        </a:rPr>
                        <a:t>()</a:t>
                      </a:r>
                    </a:p>
                  </a:txBody>
                  <a:tcPr marL="54069" marR="54069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Read file line by line into a list</a:t>
                      </a:r>
                    </a:p>
                  </a:txBody>
                  <a:tcPr marL="54069" marR="54069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3964758"/>
                  </a:ext>
                </a:extLst>
              </a:tr>
              <a:tr h="3347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solidFill>
                            <a:schemeClr val="tx2"/>
                          </a:solidFill>
                          <a:latin typeface="Consolas" panose="020B0609020204030204" pitchFamily="49" charset="0"/>
                          <a:cs typeface="Courier New" panose="02070309020205020404" pitchFamily="49" charset="0"/>
                        </a:rPr>
                        <a:t>for line in f:</a:t>
                      </a:r>
                    </a:p>
                    <a:p>
                      <a:pPr>
                        <a:buNone/>
                      </a:pPr>
                      <a:r>
                        <a:rPr lang="en-US" sz="1600" dirty="0">
                          <a:solidFill>
                            <a:schemeClr val="tx2"/>
                          </a:solidFill>
                          <a:latin typeface="Consolas" panose="020B0609020204030204" pitchFamily="49" charset="0"/>
                          <a:cs typeface="Courier New" panose="02070309020205020404" pitchFamily="49" charset="0"/>
                        </a:rPr>
                        <a:t>  pass</a:t>
                      </a:r>
                    </a:p>
                  </a:txBody>
                  <a:tcPr marL="54069" marR="54069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Loop through file line by line</a:t>
                      </a:r>
                    </a:p>
                  </a:txBody>
                  <a:tcPr marL="54069" marR="54069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6517580"/>
                  </a:ext>
                </a:extLst>
              </a:tr>
              <a:tr h="5857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solidFill>
                            <a:schemeClr val="tx2"/>
                          </a:solidFill>
                          <a:latin typeface="Consolas" panose="020B0609020204030204" pitchFamily="49" charset="0"/>
                          <a:cs typeface="Courier New" panose="02070309020205020404" pitchFamily="49" charset="0"/>
                        </a:rPr>
                        <a:t>with open('file.txt', 'w') as f:</a:t>
                      </a:r>
                      <a:br>
                        <a:rPr lang="en-US" sz="1600" dirty="0">
                          <a:solidFill>
                            <a:schemeClr val="tx2"/>
                          </a:solidFill>
                          <a:latin typeface="Consolas" panose="020B0609020204030204" pitchFamily="49" charset="0"/>
                          <a:cs typeface="Courier New" panose="02070309020205020404" pitchFamily="49" charset="0"/>
                        </a:rPr>
                      </a:br>
                      <a:r>
                        <a:rPr lang="en-US" sz="1600" dirty="0">
                          <a:solidFill>
                            <a:schemeClr val="tx2"/>
                          </a:solidFill>
                          <a:latin typeface="Consolas" panose="020B0609020204030204" pitchFamily="49" charset="0"/>
                          <a:cs typeface="Courier New" panose="02070309020205020404" pitchFamily="49" charset="0"/>
                        </a:rPr>
                        <a:t>  </a:t>
                      </a:r>
                      <a:r>
                        <a:rPr lang="en-US" sz="1600" dirty="0" err="1">
                          <a:solidFill>
                            <a:schemeClr val="tx2"/>
                          </a:solidFill>
                          <a:latin typeface="Consolas" panose="020B0609020204030204" pitchFamily="49" charset="0"/>
                          <a:cs typeface="Courier New" panose="02070309020205020404" pitchFamily="49" charset="0"/>
                        </a:rPr>
                        <a:t>f.write</a:t>
                      </a:r>
                      <a:r>
                        <a:rPr lang="en-US" sz="1600" dirty="0">
                          <a:solidFill>
                            <a:schemeClr val="tx2"/>
                          </a:solidFill>
                          <a:latin typeface="Consolas" panose="020B0609020204030204" pitchFamily="49" charset="0"/>
                          <a:cs typeface="Courier New" panose="02070309020205020404" pitchFamily="49" charset="0"/>
                        </a:rPr>
                        <a:t>()</a:t>
                      </a:r>
                    </a:p>
                  </a:txBody>
                  <a:tcPr marL="54069" marR="54069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Overwrite with new content</a:t>
                      </a:r>
                    </a:p>
                  </a:txBody>
                  <a:tcPr marL="54069" marR="54069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4082115"/>
                  </a:ext>
                </a:extLst>
              </a:tr>
              <a:tr h="5857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solidFill>
                            <a:schemeClr val="tx2"/>
                          </a:solidFill>
                          <a:latin typeface="Consolas" panose="020B0609020204030204" pitchFamily="49" charset="0"/>
                          <a:cs typeface="Courier New" panose="02070309020205020404" pitchFamily="49" charset="0"/>
                        </a:rPr>
                        <a:t>with open('file.txt', 'a') as f:</a:t>
                      </a:r>
                      <a:br>
                        <a:rPr lang="en-US" sz="1600" dirty="0">
                          <a:solidFill>
                            <a:schemeClr val="tx2"/>
                          </a:solidFill>
                          <a:latin typeface="Consolas" panose="020B0609020204030204" pitchFamily="49" charset="0"/>
                          <a:cs typeface="Courier New" panose="02070309020205020404" pitchFamily="49" charset="0"/>
                        </a:rPr>
                      </a:br>
                      <a:r>
                        <a:rPr lang="en-US" sz="1600" dirty="0">
                          <a:solidFill>
                            <a:schemeClr val="tx2"/>
                          </a:solidFill>
                          <a:latin typeface="Consolas" panose="020B0609020204030204" pitchFamily="49" charset="0"/>
                          <a:cs typeface="Courier New" panose="02070309020205020404" pitchFamily="49" charset="0"/>
                        </a:rPr>
                        <a:t>  pass</a:t>
                      </a:r>
                    </a:p>
                  </a:txBody>
                  <a:tcPr marL="54069" marR="54069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Add content to end without erasing existing</a:t>
                      </a:r>
                    </a:p>
                  </a:txBody>
                  <a:tcPr marL="54069" marR="54069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0201874"/>
                  </a:ext>
                </a:extLst>
              </a:tr>
              <a:tr h="3347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 err="1">
                          <a:solidFill>
                            <a:schemeClr val="tx2"/>
                          </a:solidFill>
                          <a:latin typeface="Consolas" panose="020B0609020204030204" pitchFamily="49" charset="0"/>
                          <a:cs typeface="Courier New" panose="02070309020205020404" pitchFamily="49" charset="0"/>
                        </a:rPr>
                        <a:t>f.writelines</a:t>
                      </a:r>
                      <a:r>
                        <a:rPr lang="en-US" sz="1600" dirty="0">
                          <a:solidFill>
                            <a:schemeClr val="tx2"/>
                          </a:solidFill>
                          <a:latin typeface="Consolas" panose="020B0609020204030204" pitchFamily="49" charset="0"/>
                          <a:cs typeface="Courier New" panose="02070309020205020404" pitchFamily="49" charset="0"/>
                        </a:rPr>
                        <a:t>(lines)</a:t>
                      </a:r>
                    </a:p>
                  </a:txBody>
                  <a:tcPr marL="54069" marR="54069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Write a list of strings</a:t>
                      </a:r>
                    </a:p>
                  </a:txBody>
                  <a:tcPr marL="54069" marR="54069" marT="41840" marB="418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30878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223372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DC732B-C0CE-A8CC-4FEF-491CF35AB6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word about context managers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60CE308F-920C-D8CC-CD6B-88212B274861}"/>
              </a:ext>
            </a:extLst>
          </p:cNvPr>
          <p:cNvPicPr>
            <a:picLocks noGrp="1" noChangeAspect="1"/>
          </p:cNvPicPr>
          <p:nvPr>
            <p:ph sz="half" idx="4294967295"/>
          </p:nvPr>
        </p:nvPicPr>
        <p:blipFill>
          <a:blip r:embed="rId3"/>
          <a:stretch>
            <a:fillRect/>
          </a:stretch>
        </p:blipFill>
        <p:spPr>
          <a:xfrm>
            <a:off x="191386" y="1600518"/>
            <a:ext cx="7738252" cy="1401135"/>
          </a:xfrm>
        </p:spPr>
      </p:pic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AE1785C3-B737-6AE0-022D-86EB020BB4A4}"/>
              </a:ext>
            </a:extLst>
          </p:cNvPr>
          <p:cNvPicPr>
            <a:picLocks noGrp="1" noChangeAspect="1"/>
          </p:cNvPicPr>
          <p:nvPr>
            <p:ph sz="half" idx="4294967295"/>
          </p:nvPr>
        </p:nvPicPr>
        <p:blipFill>
          <a:blip r:embed="rId4"/>
          <a:stretch>
            <a:fillRect/>
          </a:stretch>
        </p:blipFill>
        <p:spPr>
          <a:xfrm>
            <a:off x="191386" y="3910530"/>
            <a:ext cx="8406804" cy="1401134"/>
          </a:xfrm>
        </p:spPr>
      </p:pic>
    </p:spTree>
    <p:extLst>
      <p:ext uri="{BB962C8B-B14F-4D97-AF65-F5344CB8AC3E}">
        <p14:creationId xmlns:p14="http://schemas.microsoft.com/office/powerpoint/2010/main" val="26126673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F48DEDE-6A36-9908-9DD1-7ACF621226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Another word…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E9459C75-8E15-77A8-710F-D2EEC8AB06C9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/>
          <a:stretch>
            <a:fillRect/>
          </a:stretch>
        </p:blipFill>
        <p:spPr>
          <a:xfrm>
            <a:off x="333153" y="1383933"/>
            <a:ext cx="11015321" cy="1189037"/>
          </a:xfrm>
        </p:spPr>
      </p:pic>
    </p:spTree>
    <p:extLst>
      <p:ext uri="{BB962C8B-B14F-4D97-AF65-F5344CB8AC3E}">
        <p14:creationId xmlns:p14="http://schemas.microsoft.com/office/powerpoint/2010/main" val="30210227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B703F05-852F-AE03-891C-5F619074C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Hands-On #2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CC8BCFF-F88D-9947-8910-B16FF4E68C8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Manipulate files in python</a:t>
            </a:r>
          </a:p>
        </p:txBody>
      </p:sp>
    </p:spTree>
    <p:extLst>
      <p:ext uri="{BB962C8B-B14F-4D97-AF65-F5344CB8AC3E}">
        <p14:creationId xmlns:p14="http://schemas.microsoft.com/office/powerpoint/2010/main" val="8634858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C8D62AE3-67D3-4386-F1B7-88A1EB58BB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3199" y="1133475"/>
            <a:ext cx="8231293" cy="1189037"/>
          </a:xfrm>
        </p:spPr>
        <p:txBody>
          <a:bodyPr/>
          <a:lstStyle/>
          <a:p>
            <a:r>
              <a:rPr lang="en-US" dirty="0"/>
              <a:t>Questions?</a:t>
            </a:r>
          </a:p>
        </p:txBody>
      </p:sp>
      <p:pic>
        <p:nvPicPr>
          <p:cNvPr id="8" name="Content Placeholder 7" descr="A cartoon of a turtle and a snake&#10;&#10;AI-generated content may be incorrect.">
            <a:extLst>
              <a:ext uri="{FF2B5EF4-FFF2-40B4-BE49-F238E27FC236}">
                <a16:creationId xmlns:a16="http://schemas.microsoft.com/office/drawing/2014/main" id="{067D074E-099E-A880-8E75-CCE1FF1A5B70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84110" y="1123950"/>
            <a:ext cx="4514850" cy="4600575"/>
          </a:xfrm>
        </p:spPr>
      </p:pic>
    </p:spTree>
    <p:extLst>
      <p:ext uri="{BB962C8B-B14F-4D97-AF65-F5344CB8AC3E}">
        <p14:creationId xmlns:p14="http://schemas.microsoft.com/office/powerpoint/2010/main" val="16109816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US Army 2023 AFC DEVCOM Logo">
  <a:themeElements>
    <a:clrScheme name="US Army Color Palette">
      <a:dk1>
        <a:srgbClr val="000000"/>
      </a:dk1>
      <a:lt1>
        <a:srgbClr val="FFFFFF"/>
      </a:lt1>
      <a:dk2>
        <a:srgbClr val="221F20"/>
      </a:dk2>
      <a:lt2>
        <a:srgbClr val="FFCC01"/>
      </a:lt2>
      <a:accent1>
        <a:srgbClr val="221F20"/>
      </a:accent1>
      <a:accent2>
        <a:srgbClr val="FFCC01"/>
      </a:accent2>
      <a:accent3>
        <a:srgbClr val="727365"/>
      </a:accent3>
      <a:accent4>
        <a:srgbClr val="D5D5D7"/>
      </a:accent4>
      <a:accent5>
        <a:srgbClr val="565557"/>
      </a:accent5>
      <a:accent6>
        <a:srgbClr val="BFB8A6"/>
      </a:accent6>
      <a:hlink>
        <a:srgbClr val="565557"/>
      </a:hlink>
      <a:folHlink>
        <a:srgbClr val="305B6E"/>
      </a:folHlink>
    </a:clrScheme>
    <a:fontScheme name="US Army 2023 Font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US Army 2023 Effects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1270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127000" dist="63500" dir="2700000" algn="br" rotWithShape="0">
              <a:srgbClr val="000000">
                <a:alpha val="2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ln>
          <a:noFill/>
          <a:miter/>
        </a:ln>
      </a:spPr>
      <a:bodyPr/>
      <a:lstStyle>
        <a:defPPr algn="ctr">
          <a:lnSpc>
            <a:spcPct val="95000"/>
          </a:lnSpc>
          <a:defRPr sz="1700"/>
        </a:defPPr>
      </a:lstStyle>
      <a:style>
        <a:lnRef idx="0">
          <a:schemeClr val="accent1"/>
        </a:lnRef>
        <a:fillRef idx="1">
          <a:schemeClr val="accent1"/>
        </a:fillRef>
        <a:effectRef idx="0">
          <a:srgbClr val="000000"/>
        </a:effectRef>
        <a:fontRef idx="minor">
          <a:srgbClr val="FFFFFF"/>
        </a:fontRef>
      </a:style>
    </a:spDef>
    <a:lnDef>
      <a:spPr>
        <a:ln w="12700" cap="flat">
          <a:miter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rgbClr val="000000"/>
        </a:effectRef>
        <a:fontRef idx="minor">
          <a:srgbClr val="FFFFFF"/>
        </a:fontRef>
      </a:style>
    </a:lnDef>
    <a:txDef>
      <a:spPr>
        <a:noFill/>
      </a:spPr>
      <a:bodyPr wrap="square" lIns="0" tIns="0" rIns="0" bIns="0" rtlCol="0">
        <a:noAutofit/>
      </a:bodyPr>
      <a:lstStyle>
        <a:defPPr marL="182880" indent="-182880">
          <a:lnSpc>
            <a:spcPct val="95000"/>
          </a:lnSpc>
          <a:spcBef>
            <a:spcPts val="1000"/>
          </a:spcBef>
          <a:buSzPct val="100000"/>
          <a:buFont typeface="Arial"/>
          <a:buChar char="▪"/>
          <a:defRPr sz="1700"/>
        </a:defPPr>
      </a:lstStyle>
    </a:txDef>
  </a:objectDefaults>
  <a:extraClrSchemeLst/>
  <a:custClrLst>
    <a:custClr name="Army Black">
      <a:srgbClr val="221F20"/>
    </a:custClr>
    <a:custClr name="Army Gold">
      <a:srgbClr val="FFCC01"/>
    </a:custClr>
    <a:custClr name="White">
      <a:srgbClr val="FFFFFF"/>
    </a:custClr>
    <a:custClr name="Army Green">
      <a:srgbClr val="2F372F"/>
    </a:custClr>
    <a:custClr name="Tan">
      <a:srgbClr val="F1E4C7"/>
    </a:custClr>
    <a:custClr name="Field 01">
      <a:srgbClr val="727365"/>
    </a:custClr>
    <a:custClr name="Field 02">
      <a:srgbClr val="BFB8A6"/>
    </a:custClr>
    <a:custClr name="Gray 01">
      <a:srgbClr val="565557"/>
    </a:custClr>
    <a:custClr name="Gray 02">
      <a:srgbClr val="D5D5D7"/>
    </a:custClr>
    <a:custClr name="Highlight Orange">
      <a:srgbClr val="F16521"/>
    </a:custClr>
    <a:custClr name="Highlight Green">
      <a:srgbClr val="2DAA27"/>
    </a:custClr>
    <a:custClr name="Highlight Red">
      <a:srgbClr val="CF0000"/>
    </a:custClr>
  </a:custClrLst>
  <a:extLst>
    <a:ext uri="{05A4C25C-085E-4340-85A3-A5531E510DB2}">
      <thm15:themeFamily xmlns:thm15="http://schemas.microsoft.com/office/thememl/2012/main" name="US Army PowerPoint 16x9 12Feb2023" id="{3EB2FCAD-453B-4F97-9379-31EB449BB4A1}" vid="{CCBAEC26-5D3F-44DD-9C13-DB69982D462A}"/>
    </a:ext>
  </a:extLst>
</a:theme>
</file>

<file path=ppt/theme/theme2.xml><?xml version="1.0" encoding="utf-8"?>
<a:theme xmlns:a="http://schemas.openxmlformats.org/drawingml/2006/main" name="1_US Army 2023 AFC DEVCOM Logo">
  <a:themeElements>
    <a:clrScheme name="US Army Color Palette">
      <a:dk1>
        <a:srgbClr val="000000"/>
      </a:dk1>
      <a:lt1>
        <a:srgbClr val="FFFFFF"/>
      </a:lt1>
      <a:dk2>
        <a:srgbClr val="221F20"/>
      </a:dk2>
      <a:lt2>
        <a:srgbClr val="FFCC01"/>
      </a:lt2>
      <a:accent1>
        <a:srgbClr val="221F20"/>
      </a:accent1>
      <a:accent2>
        <a:srgbClr val="FFCC01"/>
      </a:accent2>
      <a:accent3>
        <a:srgbClr val="727365"/>
      </a:accent3>
      <a:accent4>
        <a:srgbClr val="D5D5D7"/>
      </a:accent4>
      <a:accent5>
        <a:srgbClr val="565557"/>
      </a:accent5>
      <a:accent6>
        <a:srgbClr val="BFB8A6"/>
      </a:accent6>
      <a:hlink>
        <a:srgbClr val="565557"/>
      </a:hlink>
      <a:folHlink>
        <a:srgbClr val="305B6E"/>
      </a:folHlink>
    </a:clrScheme>
    <a:fontScheme name="US Army 2023 Font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US Army 2023 Effects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1270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127000" dist="63500" dir="2700000" algn="br" rotWithShape="0">
              <a:srgbClr val="000000">
                <a:alpha val="2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ln>
          <a:noFill/>
          <a:miter/>
        </a:ln>
      </a:spPr>
      <a:bodyPr/>
      <a:lstStyle>
        <a:defPPr algn="ctr">
          <a:lnSpc>
            <a:spcPct val="95000"/>
          </a:lnSpc>
          <a:defRPr sz="1700"/>
        </a:defPPr>
      </a:lstStyle>
      <a:style>
        <a:lnRef idx="0">
          <a:schemeClr val="accent1"/>
        </a:lnRef>
        <a:fillRef idx="1">
          <a:schemeClr val="accent1"/>
        </a:fillRef>
        <a:effectRef idx="0">
          <a:srgbClr val="000000"/>
        </a:effectRef>
        <a:fontRef idx="minor">
          <a:srgbClr val="FFFFFF"/>
        </a:fontRef>
      </a:style>
    </a:spDef>
    <a:lnDef>
      <a:spPr>
        <a:ln w="12700" cap="flat">
          <a:miter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rgbClr val="000000"/>
        </a:effectRef>
        <a:fontRef idx="minor">
          <a:srgbClr val="FFFFFF"/>
        </a:fontRef>
      </a:style>
    </a:lnDef>
    <a:txDef>
      <a:spPr>
        <a:noFill/>
      </a:spPr>
      <a:bodyPr wrap="square" lIns="0" tIns="0" rIns="0" bIns="0" rtlCol="0">
        <a:noAutofit/>
      </a:bodyPr>
      <a:lstStyle>
        <a:defPPr marL="182880" indent="-182880">
          <a:lnSpc>
            <a:spcPct val="95000"/>
          </a:lnSpc>
          <a:spcBef>
            <a:spcPts val="1000"/>
          </a:spcBef>
          <a:buSzPct val="100000"/>
          <a:buFont typeface="Arial"/>
          <a:buChar char="▪"/>
          <a:defRPr sz="1700"/>
        </a:defPPr>
      </a:lstStyle>
    </a:txDef>
  </a:objectDefaults>
  <a:extraClrSchemeLst/>
  <a:custClrLst>
    <a:custClr name="Army Black">
      <a:srgbClr val="221F20"/>
    </a:custClr>
    <a:custClr name="Army Gold">
      <a:srgbClr val="FFCC01"/>
    </a:custClr>
    <a:custClr name="White">
      <a:srgbClr val="FFFFFF"/>
    </a:custClr>
    <a:custClr name="Army Green">
      <a:srgbClr val="2F372F"/>
    </a:custClr>
    <a:custClr name="Tan">
      <a:srgbClr val="F1E4C7"/>
    </a:custClr>
    <a:custClr name="Field 01">
      <a:srgbClr val="727365"/>
    </a:custClr>
    <a:custClr name="Field 02">
      <a:srgbClr val="BFB8A6"/>
    </a:custClr>
    <a:custClr name="Gray 01">
      <a:srgbClr val="565557"/>
    </a:custClr>
    <a:custClr name="Gray 02">
      <a:srgbClr val="D5D5D7"/>
    </a:custClr>
    <a:custClr name="Highlight Orange">
      <a:srgbClr val="F16521"/>
    </a:custClr>
    <a:custClr name="Highlight Green">
      <a:srgbClr val="2DAA27"/>
    </a:custClr>
    <a:custClr name="Highlight Red">
      <a:srgbClr val="CF0000"/>
    </a:custClr>
  </a:custClrLst>
  <a:extLst>
    <a:ext uri="{05A4C25C-085E-4340-85A3-A5531E510DB2}">
      <thm15:themeFamily xmlns:thm15="http://schemas.microsoft.com/office/thememl/2012/main" name="US Army PowerPoint 16x9 12Feb2023" id="{3EB2FCAD-453B-4F97-9379-31EB449BB4A1}" vid="{CCBAEC26-5D3F-44DD-9C13-DB69982D462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AI2C Slide Template</Template>
  <TotalTime>660</TotalTime>
  <Words>534</Words>
  <Application>Microsoft Office PowerPoint</Application>
  <PresentationFormat>Widescreen</PresentationFormat>
  <Paragraphs>107</Paragraphs>
  <Slides>13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Aptos</vt:lpstr>
      <vt:lpstr>Arial</vt:lpstr>
      <vt:lpstr>Arial Bold</vt:lpstr>
      <vt:lpstr>Consolas</vt:lpstr>
      <vt:lpstr>Courier New</vt:lpstr>
      <vt:lpstr>US Army 2023 AFC DEVCOM Logo</vt:lpstr>
      <vt:lpstr>1_US Army 2023 AFC DEVCOM Logo</vt:lpstr>
      <vt:lpstr>Python File IO</vt:lpstr>
      <vt:lpstr>Objectives</vt:lpstr>
      <vt:lpstr>Python review</vt:lpstr>
      <vt:lpstr>OS module</vt:lpstr>
      <vt:lpstr>Look familiar?</vt:lpstr>
      <vt:lpstr>pathlib</vt:lpstr>
      <vt:lpstr>Hands-On #1</vt:lpstr>
      <vt:lpstr>Manipulating files</vt:lpstr>
      <vt:lpstr>Common Actions</vt:lpstr>
      <vt:lpstr>A word about context managers</vt:lpstr>
      <vt:lpstr>Another word…</vt:lpstr>
      <vt:lpstr>Hands-On #2</vt:lpstr>
      <vt:lpstr>Questions?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Ethan Shafer</dc:creator>
  <cp:lastModifiedBy>raymond fernandez</cp:lastModifiedBy>
  <cp:revision>130</cp:revision>
  <dcterms:created xsi:type="dcterms:W3CDTF">2025-07-09T23:54:51Z</dcterms:created>
  <dcterms:modified xsi:type="dcterms:W3CDTF">2025-12-23T14:26:56Z</dcterms:modified>
</cp:coreProperties>
</file>