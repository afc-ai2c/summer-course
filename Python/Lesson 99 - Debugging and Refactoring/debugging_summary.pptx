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  <p:sldMasterId id="2147483726" r:id="rId3"/>
  </p:sldMasterIdLst>
  <p:sldIdLst>
    <p:sldId id="273" r:id="rId4"/>
    <p:sldId id="268" r:id="rId5"/>
    <p:sldId id="269" r:id="rId6"/>
    <p:sldId id="256" r:id="rId7"/>
    <p:sldId id="257" r:id="rId8"/>
    <p:sldId id="258" r:id="rId9"/>
    <p:sldId id="259" r:id="rId10"/>
    <p:sldId id="260" r:id="rId11"/>
    <p:sldId id="261" r:id="rId12"/>
    <p:sldId id="270" r:id="rId13"/>
    <p:sldId id="262" r:id="rId14"/>
    <p:sldId id="263" r:id="rId15"/>
    <p:sldId id="264" r:id="rId16"/>
    <p:sldId id="271" r:id="rId17"/>
    <p:sldId id="265" r:id="rId18"/>
    <p:sldId id="26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62" y="2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703497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0627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21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9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82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5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19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42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8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141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70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3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87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3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03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38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6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52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8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5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5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6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20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37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72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92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753893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43327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554449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6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87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9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57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72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4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8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6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5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6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7732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7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3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3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72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61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84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85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3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38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29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6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60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98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052626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184193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8269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84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2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28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4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79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38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4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1061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19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73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51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89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7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8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3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5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48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23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01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81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94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66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8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8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4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5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9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3E0868-4E26-4CDC-8A56-D70E2D8B12FE}" type="datetime3">
              <a:rPr kumimoji="0" 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December 2025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E5BE4B-2FBF-4174-9E62-85FAD1CB43A6}" type="slidenum">
              <a:rPr kumimoji="0" 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Debugging Techniques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Tech – Intro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9586-8BA2-FECE-6ED5-8B2BC001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0386-B73E-705F-298B-57C1D854B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Bug Types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Debugging Techniques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Debugging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59451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ECAA0D-DB1A-AD71-D328-3A46DF80CC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chemeClr val="accent2"/>
                </a:solidFill>
              </a:rPr>
              <a:t>Bug Types</a:t>
            </a:r>
          </a:p>
        </p:txBody>
      </p:sp>
    </p:spTree>
    <p:extLst>
      <p:ext uri="{BB962C8B-B14F-4D97-AF65-F5344CB8AC3E}">
        <p14:creationId xmlns:p14="http://schemas.microsoft.com/office/powerpoint/2010/main" val="9705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Bug Types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Bugs often overlap categories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Main families: Syntax / Compile-Time, Runtime,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/ Compile-Time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Stop code from compiling or running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Examples: missing semicolons, bad imports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Fix by correcting code &amp; build settings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Tools: linters, build logs, static analyzers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Bugs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Appear during program execution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Unhandled exceptions crash the app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Examples: </a:t>
            </a:r>
            <a:r>
              <a:rPr sz="2400" dirty="0" err="1"/>
              <a:t>NullReference</a:t>
            </a:r>
            <a:r>
              <a:rPr sz="2400" dirty="0"/>
              <a:t>, </a:t>
            </a:r>
            <a:r>
              <a:rPr sz="2400" dirty="0" err="1"/>
              <a:t>IndexError</a:t>
            </a:r>
            <a:r>
              <a:rPr sz="2400" dirty="0"/>
              <a:t>, </a:t>
            </a:r>
            <a:r>
              <a:rPr sz="2400" dirty="0" err="1"/>
              <a:t>KeyError</a:t>
            </a:r>
            <a:endParaRPr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Use stack traces, try/catch, and context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Bugs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Data issues: invalid or missing input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Memory problems: leaks, buffer overruns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Concurrency issues: deadlocks, races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Use input validation, sanitizers, and lock timeouts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Bugs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Program runs but produces wrong result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Off‑by‑one errors and counting mistakes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Fix: explicit loop bounds, use iterators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Bugs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Improper branching: wrong conditions or misplaced else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Concurrency logic errors: bad ordering assumptions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Domain‑specific mistakes: business rule misinterpretation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Add tests and validate rules with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A1C5-8C1C-8769-C888-999583F7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99DADF-9797-A9EE-48CC-2DCFBB957D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Debugging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81255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Debugging Techniques – Print &amp; Interactive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Print‑statement debugging to see state changes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Add IDs/timestamps to logs for correlation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Interactive debugging: breakpoints and watch expressions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Techniques – Tests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Test‑driven isolation: write failing test before fix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Keep the test to prevent regressions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Reproduce minimal example: small, clear snippet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Profiling &amp;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Profilers: CPU, memory, I/O, lock contention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Record under normal load → find hotspots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Centralize logs and add structured fields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Set alerts for spikes or anomalies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C9E3-1487-198F-DD78-7FE6A519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6789FE-208E-BE0C-3E81-C2D9E926FD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Debugging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530235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Debugging Strategies –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7860254" cy="402336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Start: 'Something bad happened' → look for bad data or logic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RTFE: Read the error carefully first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Form simple hypotheses and test them early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Debugging Strategies – Narrow &amp;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Divide‑and‑conquer to reduce search space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Run minimal input/code reproductions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Expand scope to dependencies if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E4E8-A9F9-0FA5-FFBC-8183E822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470DF2-AE61-CAC8-AB2F-EECD2ECF10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7900616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 name="2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89</TotalTime>
  <Words>356</Words>
  <Application>Microsoft Office PowerPoint</Application>
  <PresentationFormat>Widescreen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Bold</vt:lpstr>
      <vt:lpstr>Wingdings</vt:lpstr>
      <vt:lpstr>US Army 2023 AFC DEVCOM Logo</vt:lpstr>
      <vt:lpstr>1_US Army 2023 AFC DEVCOM Logo</vt:lpstr>
      <vt:lpstr>2_US Army 2023 AFC DEVCOM Logo</vt:lpstr>
      <vt:lpstr>Debugging Techniques</vt:lpstr>
      <vt:lpstr>Overview</vt:lpstr>
      <vt:lpstr>Bug Types</vt:lpstr>
      <vt:lpstr>Bug Types – Overview</vt:lpstr>
      <vt:lpstr>Syntax / Compile-Time Bugs</vt:lpstr>
      <vt:lpstr>Runtime Bugs – Part 1</vt:lpstr>
      <vt:lpstr>Runtime Bugs – Part 2</vt:lpstr>
      <vt:lpstr>Logic Bugs – Part 1</vt:lpstr>
      <vt:lpstr>Logic Bugs – Part 2</vt:lpstr>
      <vt:lpstr>Debugging Techniques</vt:lpstr>
      <vt:lpstr>Debugging Techniques – Print &amp; Interactive</vt:lpstr>
      <vt:lpstr>Debugging Techniques – Tests &amp; Examples</vt:lpstr>
      <vt:lpstr>Profiling &amp; Log Analysis</vt:lpstr>
      <vt:lpstr>Debugging Strategies</vt:lpstr>
      <vt:lpstr>Core Debugging Strategies – Basics</vt:lpstr>
      <vt:lpstr>Core Debugging Strategies – Narrow &amp; Expand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Markuz Robinson</cp:lastModifiedBy>
  <cp:revision>9</cp:revision>
  <dcterms:created xsi:type="dcterms:W3CDTF">2013-01-27T09:14:16Z</dcterms:created>
  <dcterms:modified xsi:type="dcterms:W3CDTF">2025-12-23T16:16:25Z</dcterms:modified>
  <cp:category/>
</cp:coreProperties>
</file>