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9"/>
  </p:notes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19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Arial Bold</vt:lpstr>
      <vt:lpstr>US Army 2023 AFC DEVCOM Logo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28</cp:revision>
  <dcterms:created xsi:type="dcterms:W3CDTF">2024-10-01T14:45:26Z</dcterms:created>
  <dcterms:modified xsi:type="dcterms:W3CDTF">2025-12-19T16:28:01Z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